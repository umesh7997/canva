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093672"/>
            <a:ext cx="4284980" cy="2070100"/>
          </a:xfrm>
          <a:custGeom>
            <a:avLst/>
            <a:gdLst/>
            <a:ahLst/>
            <a:cxnLst/>
            <a:rect l="l" t="t" r="r" b="b"/>
            <a:pathLst>
              <a:path w="4284980" h="2070100">
                <a:moveTo>
                  <a:pt x="620289" y="1066800"/>
                </a:moveTo>
                <a:lnTo>
                  <a:pt x="184335" y="1066800"/>
                </a:lnTo>
                <a:lnTo>
                  <a:pt x="239572" y="1054100"/>
                </a:lnTo>
                <a:lnTo>
                  <a:pt x="282874" y="1041400"/>
                </a:lnTo>
                <a:lnTo>
                  <a:pt x="325470" y="1016000"/>
                </a:lnTo>
                <a:lnTo>
                  <a:pt x="366417" y="990600"/>
                </a:lnTo>
                <a:lnTo>
                  <a:pt x="404773" y="965200"/>
                </a:lnTo>
                <a:lnTo>
                  <a:pt x="439595" y="927100"/>
                </a:lnTo>
                <a:lnTo>
                  <a:pt x="469942" y="889000"/>
                </a:lnTo>
                <a:lnTo>
                  <a:pt x="494872" y="838200"/>
                </a:lnTo>
                <a:lnTo>
                  <a:pt x="513441" y="800100"/>
                </a:lnTo>
                <a:lnTo>
                  <a:pt x="527574" y="736600"/>
                </a:lnTo>
                <a:lnTo>
                  <a:pt x="534994" y="711200"/>
                </a:lnTo>
                <a:lnTo>
                  <a:pt x="543592" y="685800"/>
                </a:lnTo>
                <a:lnTo>
                  <a:pt x="518623" y="673100"/>
                </a:lnTo>
                <a:lnTo>
                  <a:pt x="463033" y="647700"/>
                </a:lnTo>
                <a:lnTo>
                  <a:pt x="438064" y="635000"/>
                </a:lnTo>
                <a:lnTo>
                  <a:pt x="387813" y="635000"/>
                </a:lnTo>
                <a:lnTo>
                  <a:pt x="374269" y="622300"/>
                </a:lnTo>
                <a:lnTo>
                  <a:pt x="541079" y="622300"/>
                </a:lnTo>
                <a:lnTo>
                  <a:pt x="539974" y="571500"/>
                </a:lnTo>
                <a:lnTo>
                  <a:pt x="529220" y="520700"/>
                </a:lnTo>
                <a:lnTo>
                  <a:pt x="511230" y="457200"/>
                </a:lnTo>
                <a:lnTo>
                  <a:pt x="488416" y="406400"/>
                </a:lnTo>
                <a:lnTo>
                  <a:pt x="429619" y="317500"/>
                </a:lnTo>
                <a:lnTo>
                  <a:pt x="395630" y="279400"/>
                </a:lnTo>
                <a:lnTo>
                  <a:pt x="359547" y="254000"/>
                </a:lnTo>
                <a:lnTo>
                  <a:pt x="319695" y="228600"/>
                </a:lnTo>
                <a:lnTo>
                  <a:pt x="274399" y="203200"/>
                </a:lnTo>
                <a:lnTo>
                  <a:pt x="221984" y="190500"/>
                </a:lnTo>
                <a:lnTo>
                  <a:pt x="0" y="101600"/>
                </a:lnTo>
                <a:lnTo>
                  <a:pt x="0" y="0"/>
                </a:lnTo>
                <a:lnTo>
                  <a:pt x="2585" y="0"/>
                </a:lnTo>
                <a:lnTo>
                  <a:pt x="52392" y="12700"/>
                </a:lnTo>
                <a:lnTo>
                  <a:pt x="100988" y="38100"/>
                </a:lnTo>
                <a:lnTo>
                  <a:pt x="147319" y="63500"/>
                </a:lnTo>
                <a:lnTo>
                  <a:pt x="190330" y="88900"/>
                </a:lnTo>
                <a:lnTo>
                  <a:pt x="228970" y="114300"/>
                </a:lnTo>
                <a:lnTo>
                  <a:pt x="262185" y="127000"/>
                </a:lnTo>
                <a:lnTo>
                  <a:pt x="300083" y="165100"/>
                </a:lnTo>
                <a:lnTo>
                  <a:pt x="341749" y="190500"/>
                </a:lnTo>
                <a:lnTo>
                  <a:pt x="384672" y="228600"/>
                </a:lnTo>
                <a:lnTo>
                  <a:pt x="426339" y="266700"/>
                </a:lnTo>
                <a:lnTo>
                  <a:pt x="464237" y="292100"/>
                </a:lnTo>
                <a:lnTo>
                  <a:pt x="495853" y="330200"/>
                </a:lnTo>
                <a:lnTo>
                  <a:pt x="515836" y="355600"/>
                </a:lnTo>
                <a:lnTo>
                  <a:pt x="536997" y="381000"/>
                </a:lnTo>
                <a:lnTo>
                  <a:pt x="557686" y="406400"/>
                </a:lnTo>
                <a:lnTo>
                  <a:pt x="576255" y="431800"/>
                </a:lnTo>
                <a:lnTo>
                  <a:pt x="605615" y="469900"/>
                </a:lnTo>
                <a:lnTo>
                  <a:pt x="631067" y="508000"/>
                </a:lnTo>
                <a:lnTo>
                  <a:pt x="652889" y="546100"/>
                </a:lnTo>
                <a:lnTo>
                  <a:pt x="671361" y="596900"/>
                </a:lnTo>
                <a:lnTo>
                  <a:pt x="686762" y="635000"/>
                </a:lnTo>
                <a:lnTo>
                  <a:pt x="699371" y="685800"/>
                </a:lnTo>
                <a:lnTo>
                  <a:pt x="704789" y="711200"/>
                </a:lnTo>
                <a:lnTo>
                  <a:pt x="708793" y="723900"/>
                </a:lnTo>
                <a:lnTo>
                  <a:pt x="709971" y="736600"/>
                </a:lnTo>
                <a:lnTo>
                  <a:pt x="706909" y="762000"/>
                </a:lnTo>
                <a:lnTo>
                  <a:pt x="760116" y="812800"/>
                </a:lnTo>
                <a:lnTo>
                  <a:pt x="714446" y="812800"/>
                </a:lnTo>
                <a:lnTo>
                  <a:pt x="707902" y="863600"/>
                </a:lnTo>
                <a:lnTo>
                  <a:pt x="697598" y="914400"/>
                </a:lnTo>
                <a:lnTo>
                  <a:pt x="683609" y="952500"/>
                </a:lnTo>
                <a:lnTo>
                  <a:pt x="666011" y="990600"/>
                </a:lnTo>
                <a:lnTo>
                  <a:pt x="644879" y="1028700"/>
                </a:lnTo>
                <a:lnTo>
                  <a:pt x="620289" y="1066800"/>
                </a:lnTo>
                <a:close/>
              </a:path>
              <a:path w="4284980" h="2070100">
                <a:moveTo>
                  <a:pt x="199371" y="469900"/>
                </a:moveTo>
                <a:lnTo>
                  <a:pt x="118026" y="469900"/>
                </a:lnTo>
                <a:lnTo>
                  <a:pt x="157639" y="457200"/>
                </a:lnTo>
                <a:lnTo>
                  <a:pt x="199371" y="469900"/>
                </a:lnTo>
                <a:close/>
              </a:path>
              <a:path w="4284980" h="2070100">
                <a:moveTo>
                  <a:pt x="0" y="812800"/>
                </a:moveTo>
                <a:lnTo>
                  <a:pt x="0" y="495300"/>
                </a:lnTo>
                <a:lnTo>
                  <a:pt x="38567" y="482600"/>
                </a:lnTo>
                <a:lnTo>
                  <a:pt x="78885" y="469900"/>
                </a:lnTo>
                <a:lnTo>
                  <a:pt x="241775" y="469900"/>
                </a:lnTo>
                <a:lnTo>
                  <a:pt x="333768" y="495300"/>
                </a:lnTo>
                <a:lnTo>
                  <a:pt x="380589" y="520700"/>
                </a:lnTo>
                <a:lnTo>
                  <a:pt x="426115" y="546100"/>
                </a:lnTo>
                <a:lnTo>
                  <a:pt x="468961" y="571500"/>
                </a:lnTo>
                <a:lnTo>
                  <a:pt x="507744" y="596900"/>
                </a:lnTo>
                <a:lnTo>
                  <a:pt x="541079" y="622300"/>
                </a:lnTo>
                <a:lnTo>
                  <a:pt x="283816" y="622300"/>
                </a:lnTo>
                <a:lnTo>
                  <a:pt x="178524" y="647700"/>
                </a:lnTo>
                <a:lnTo>
                  <a:pt x="131531" y="673100"/>
                </a:lnTo>
                <a:lnTo>
                  <a:pt x="91134" y="698500"/>
                </a:lnTo>
                <a:lnTo>
                  <a:pt x="38606" y="749300"/>
                </a:lnTo>
                <a:lnTo>
                  <a:pt x="10928" y="787400"/>
                </a:lnTo>
                <a:lnTo>
                  <a:pt x="0" y="812800"/>
                </a:lnTo>
                <a:close/>
              </a:path>
              <a:path w="4284980" h="2070100">
                <a:moveTo>
                  <a:pt x="2040217" y="1143000"/>
                </a:moveTo>
                <a:lnTo>
                  <a:pt x="1468216" y="1143000"/>
                </a:lnTo>
                <a:lnTo>
                  <a:pt x="1514487" y="1130300"/>
                </a:lnTo>
                <a:lnTo>
                  <a:pt x="1564015" y="1130300"/>
                </a:lnTo>
                <a:lnTo>
                  <a:pt x="1614025" y="1117600"/>
                </a:lnTo>
                <a:lnTo>
                  <a:pt x="1661744" y="1092200"/>
                </a:lnTo>
                <a:lnTo>
                  <a:pt x="1704397" y="1079500"/>
                </a:lnTo>
                <a:lnTo>
                  <a:pt x="1817462" y="1028700"/>
                </a:lnTo>
                <a:lnTo>
                  <a:pt x="1828180" y="1016000"/>
                </a:lnTo>
                <a:lnTo>
                  <a:pt x="1838309" y="1016000"/>
                </a:lnTo>
                <a:lnTo>
                  <a:pt x="1847613" y="1003300"/>
                </a:lnTo>
                <a:lnTo>
                  <a:pt x="1856917" y="1003300"/>
                </a:lnTo>
                <a:lnTo>
                  <a:pt x="1863631" y="990600"/>
                </a:lnTo>
                <a:lnTo>
                  <a:pt x="1877764" y="990600"/>
                </a:lnTo>
                <a:lnTo>
                  <a:pt x="1905598" y="965200"/>
                </a:lnTo>
                <a:lnTo>
                  <a:pt x="1932726" y="939800"/>
                </a:lnTo>
                <a:lnTo>
                  <a:pt x="1985804" y="889000"/>
                </a:lnTo>
                <a:lnTo>
                  <a:pt x="2013364" y="863600"/>
                </a:lnTo>
                <a:lnTo>
                  <a:pt x="2040452" y="838200"/>
                </a:lnTo>
                <a:lnTo>
                  <a:pt x="2068483" y="812800"/>
                </a:lnTo>
                <a:lnTo>
                  <a:pt x="2144276" y="749300"/>
                </a:lnTo>
                <a:lnTo>
                  <a:pt x="2182327" y="723900"/>
                </a:lnTo>
                <a:lnTo>
                  <a:pt x="2219533" y="698500"/>
                </a:lnTo>
                <a:lnTo>
                  <a:pt x="2262407" y="685800"/>
                </a:lnTo>
                <a:lnTo>
                  <a:pt x="2317462" y="673100"/>
                </a:lnTo>
                <a:lnTo>
                  <a:pt x="2414196" y="673100"/>
                </a:lnTo>
                <a:lnTo>
                  <a:pt x="2461621" y="698500"/>
                </a:lnTo>
                <a:lnTo>
                  <a:pt x="2503392" y="723900"/>
                </a:lnTo>
                <a:lnTo>
                  <a:pt x="2611433" y="800100"/>
                </a:lnTo>
                <a:lnTo>
                  <a:pt x="2619010" y="812800"/>
                </a:lnTo>
                <a:lnTo>
                  <a:pt x="2626822" y="812800"/>
                </a:lnTo>
                <a:lnTo>
                  <a:pt x="2635106" y="825500"/>
                </a:lnTo>
                <a:lnTo>
                  <a:pt x="2489058" y="825500"/>
                </a:lnTo>
                <a:lnTo>
                  <a:pt x="2438367" y="838200"/>
                </a:lnTo>
                <a:lnTo>
                  <a:pt x="2391294" y="850900"/>
                </a:lnTo>
                <a:lnTo>
                  <a:pt x="2347613" y="876300"/>
                </a:lnTo>
                <a:lnTo>
                  <a:pt x="2307098" y="901700"/>
                </a:lnTo>
                <a:lnTo>
                  <a:pt x="2269522" y="939800"/>
                </a:lnTo>
                <a:lnTo>
                  <a:pt x="2234661" y="965200"/>
                </a:lnTo>
                <a:lnTo>
                  <a:pt x="2202286" y="1003300"/>
                </a:lnTo>
                <a:lnTo>
                  <a:pt x="2172173" y="1028700"/>
                </a:lnTo>
                <a:lnTo>
                  <a:pt x="2144095" y="1054100"/>
                </a:lnTo>
                <a:lnTo>
                  <a:pt x="2120736" y="1079500"/>
                </a:lnTo>
                <a:lnTo>
                  <a:pt x="2096671" y="1092200"/>
                </a:lnTo>
                <a:lnTo>
                  <a:pt x="2073076" y="1117600"/>
                </a:lnTo>
                <a:lnTo>
                  <a:pt x="2051130" y="1130300"/>
                </a:lnTo>
                <a:lnTo>
                  <a:pt x="2040217" y="1143000"/>
                </a:lnTo>
                <a:close/>
              </a:path>
              <a:path w="4284980" h="2070100">
                <a:moveTo>
                  <a:pt x="1702473" y="1295400"/>
                </a:moveTo>
                <a:lnTo>
                  <a:pt x="1430949" y="1295400"/>
                </a:lnTo>
                <a:lnTo>
                  <a:pt x="1332537" y="1270000"/>
                </a:lnTo>
                <a:lnTo>
                  <a:pt x="1279183" y="1244600"/>
                </a:lnTo>
                <a:lnTo>
                  <a:pt x="1230453" y="1231900"/>
                </a:lnTo>
                <a:lnTo>
                  <a:pt x="1185631" y="1206500"/>
                </a:lnTo>
                <a:lnTo>
                  <a:pt x="1144002" y="1181100"/>
                </a:lnTo>
                <a:lnTo>
                  <a:pt x="1104851" y="1155700"/>
                </a:lnTo>
                <a:lnTo>
                  <a:pt x="1067462" y="1130300"/>
                </a:lnTo>
                <a:lnTo>
                  <a:pt x="995109" y="1079500"/>
                </a:lnTo>
                <a:lnTo>
                  <a:pt x="958715" y="1041400"/>
                </a:lnTo>
                <a:lnTo>
                  <a:pt x="921221" y="1016000"/>
                </a:lnTo>
                <a:lnTo>
                  <a:pt x="881913" y="977900"/>
                </a:lnTo>
                <a:lnTo>
                  <a:pt x="840075" y="939800"/>
                </a:lnTo>
                <a:lnTo>
                  <a:pt x="808785" y="901700"/>
                </a:lnTo>
                <a:lnTo>
                  <a:pt x="780087" y="876300"/>
                </a:lnTo>
                <a:lnTo>
                  <a:pt x="749976" y="838200"/>
                </a:lnTo>
                <a:lnTo>
                  <a:pt x="714446" y="812800"/>
                </a:lnTo>
                <a:lnTo>
                  <a:pt x="760116" y="812800"/>
                </a:lnTo>
                <a:lnTo>
                  <a:pt x="933040" y="977900"/>
                </a:lnTo>
                <a:lnTo>
                  <a:pt x="969180" y="1003300"/>
                </a:lnTo>
                <a:lnTo>
                  <a:pt x="1018346" y="1041400"/>
                </a:lnTo>
                <a:lnTo>
                  <a:pt x="1073060" y="1066800"/>
                </a:lnTo>
                <a:lnTo>
                  <a:pt x="1125844" y="1092200"/>
                </a:lnTo>
                <a:lnTo>
                  <a:pt x="1169221" y="1104900"/>
                </a:lnTo>
                <a:lnTo>
                  <a:pt x="1289824" y="1130300"/>
                </a:lnTo>
                <a:lnTo>
                  <a:pt x="1334657" y="1130300"/>
                </a:lnTo>
                <a:lnTo>
                  <a:pt x="1379020" y="1143000"/>
                </a:lnTo>
                <a:lnTo>
                  <a:pt x="2040217" y="1143000"/>
                </a:lnTo>
                <a:lnTo>
                  <a:pt x="2019331" y="1155700"/>
                </a:lnTo>
                <a:lnTo>
                  <a:pt x="2008417" y="1168400"/>
                </a:lnTo>
                <a:lnTo>
                  <a:pt x="1825000" y="1257300"/>
                </a:lnTo>
                <a:lnTo>
                  <a:pt x="1809924" y="1257300"/>
                </a:lnTo>
                <a:lnTo>
                  <a:pt x="1802387" y="1270000"/>
                </a:lnTo>
                <a:lnTo>
                  <a:pt x="1752135" y="1270000"/>
                </a:lnTo>
                <a:lnTo>
                  <a:pt x="1752135" y="1282700"/>
                </a:lnTo>
                <a:lnTo>
                  <a:pt x="1742085" y="1282700"/>
                </a:lnTo>
                <a:lnTo>
                  <a:pt x="1702473" y="1295400"/>
                </a:lnTo>
                <a:close/>
              </a:path>
              <a:path w="4284980" h="2070100">
                <a:moveTo>
                  <a:pt x="3654589" y="2070100"/>
                </a:moveTo>
                <a:lnTo>
                  <a:pt x="3603875" y="2070100"/>
                </a:lnTo>
                <a:lnTo>
                  <a:pt x="3553644" y="2057400"/>
                </a:lnTo>
                <a:lnTo>
                  <a:pt x="3498367" y="2044700"/>
                </a:lnTo>
                <a:lnTo>
                  <a:pt x="3392526" y="2019300"/>
                </a:lnTo>
                <a:lnTo>
                  <a:pt x="3340076" y="1993900"/>
                </a:lnTo>
                <a:lnTo>
                  <a:pt x="3321860" y="1993900"/>
                </a:lnTo>
                <a:lnTo>
                  <a:pt x="3313929" y="1981200"/>
                </a:lnTo>
                <a:lnTo>
                  <a:pt x="3300189" y="1981200"/>
                </a:lnTo>
                <a:lnTo>
                  <a:pt x="3292965" y="1968500"/>
                </a:lnTo>
                <a:lnTo>
                  <a:pt x="3284799" y="1968500"/>
                </a:lnTo>
                <a:lnTo>
                  <a:pt x="3274749" y="1955800"/>
                </a:lnTo>
                <a:lnTo>
                  <a:pt x="3230010" y="1930400"/>
                </a:lnTo>
                <a:lnTo>
                  <a:pt x="3187593" y="1905000"/>
                </a:lnTo>
                <a:lnTo>
                  <a:pt x="3147256" y="1879600"/>
                </a:lnTo>
                <a:lnTo>
                  <a:pt x="3108759" y="1841500"/>
                </a:lnTo>
                <a:lnTo>
                  <a:pt x="3071859" y="1816100"/>
                </a:lnTo>
                <a:lnTo>
                  <a:pt x="3036317" y="1778000"/>
                </a:lnTo>
                <a:lnTo>
                  <a:pt x="3001889" y="1739900"/>
                </a:lnTo>
                <a:lnTo>
                  <a:pt x="2968337" y="1701800"/>
                </a:lnTo>
                <a:lnTo>
                  <a:pt x="2935417" y="1663700"/>
                </a:lnTo>
                <a:lnTo>
                  <a:pt x="2902889" y="1625600"/>
                </a:lnTo>
                <a:lnTo>
                  <a:pt x="2868028" y="1574800"/>
                </a:lnTo>
                <a:lnTo>
                  <a:pt x="2840704" y="1536700"/>
                </a:lnTo>
                <a:lnTo>
                  <a:pt x="2818091" y="1485900"/>
                </a:lnTo>
                <a:lnTo>
                  <a:pt x="2797362" y="1435100"/>
                </a:lnTo>
                <a:lnTo>
                  <a:pt x="2790295" y="1422400"/>
                </a:lnTo>
                <a:lnTo>
                  <a:pt x="2784171" y="1409700"/>
                </a:lnTo>
                <a:lnTo>
                  <a:pt x="2778989" y="1397000"/>
                </a:lnTo>
                <a:lnTo>
                  <a:pt x="2774749" y="1371600"/>
                </a:lnTo>
                <a:lnTo>
                  <a:pt x="2770941" y="1358900"/>
                </a:lnTo>
                <a:lnTo>
                  <a:pt x="2766897" y="1346200"/>
                </a:lnTo>
                <a:lnTo>
                  <a:pt x="2762382" y="1333500"/>
                </a:lnTo>
                <a:lnTo>
                  <a:pt x="2757161" y="1308100"/>
                </a:lnTo>
                <a:lnTo>
                  <a:pt x="2744671" y="1270000"/>
                </a:lnTo>
                <a:lnTo>
                  <a:pt x="2734467" y="1219200"/>
                </a:lnTo>
                <a:lnTo>
                  <a:pt x="2725450" y="1168400"/>
                </a:lnTo>
                <a:lnTo>
                  <a:pt x="2716520" y="1130300"/>
                </a:lnTo>
                <a:lnTo>
                  <a:pt x="2706580" y="1079500"/>
                </a:lnTo>
                <a:lnTo>
                  <a:pt x="2694530" y="1028700"/>
                </a:lnTo>
                <a:lnTo>
                  <a:pt x="2679271" y="990600"/>
                </a:lnTo>
                <a:lnTo>
                  <a:pt x="2660337" y="939800"/>
                </a:lnTo>
                <a:lnTo>
                  <a:pt x="2642367" y="901700"/>
                </a:lnTo>
                <a:lnTo>
                  <a:pt x="2589060" y="850900"/>
                </a:lnTo>
                <a:lnTo>
                  <a:pt x="2543593" y="838200"/>
                </a:lnTo>
                <a:lnTo>
                  <a:pt x="2489058" y="825500"/>
                </a:lnTo>
                <a:lnTo>
                  <a:pt x="2644096" y="825500"/>
                </a:lnTo>
                <a:lnTo>
                  <a:pt x="2671891" y="850900"/>
                </a:lnTo>
                <a:lnTo>
                  <a:pt x="2698744" y="889000"/>
                </a:lnTo>
                <a:lnTo>
                  <a:pt x="2724655" y="914400"/>
                </a:lnTo>
                <a:lnTo>
                  <a:pt x="2749624" y="939800"/>
                </a:lnTo>
                <a:lnTo>
                  <a:pt x="2754845" y="952500"/>
                </a:lnTo>
                <a:lnTo>
                  <a:pt x="2759360" y="952500"/>
                </a:lnTo>
                <a:lnTo>
                  <a:pt x="2763403" y="965200"/>
                </a:lnTo>
                <a:lnTo>
                  <a:pt x="2767211" y="977900"/>
                </a:lnTo>
                <a:lnTo>
                  <a:pt x="2781502" y="990600"/>
                </a:lnTo>
                <a:lnTo>
                  <a:pt x="2791081" y="1003300"/>
                </a:lnTo>
                <a:lnTo>
                  <a:pt x="2802544" y="1028700"/>
                </a:lnTo>
                <a:lnTo>
                  <a:pt x="2822488" y="1066800"/>
                </a:lnTo>
                <a:lnTo>
                  <a:pt x="2829986" y="1079500"/>
                </a:lnTo>
                <a:lnTo>
                  <a:pt x="2837249" y="1092200"/>
                </a:lnTo>
                <a:lnTo>
                  <a:pt x="2844041" y="1104900"/>
                </a:lnTo>
                <a:lnTo>
                  <a:pt x="2850126" y="1130300"/>
                </a:lnTo>
                <a:lnTo>
                  <a:pt x="2915453" y="1384300"/>
                </a:lnTo>
                <a:lnTo>
                  <a:pt x="2915453" y="1397000"/>
                </a:lnTo>
                <a:lnTo>
                  <a:pt x="2924946" y="1447800"/>
                </a:lnTo>
                <a:lnTo>
                  <a:pt x="2938176" y="1498600"/>
                </a:lnTo>
                <a:lnTo>
                  <a:pt x="2954877" y="1549400"/>
                </a:lnTo>
                <a:lnTo>
                  <a:pt x="2974788" y="1600200"/>
                </a:lnTo>
                <a:lnTo>
                  <a:pt x="2997642" y="1651000"/>
                </a:lnTo>
                <a:lnTo>
                  <a:pt x="3023178" y="1701800"/>
                </a:lnTo>
                <a:lnTo>
                  <a:pt x="3051131" y="1739900"/>
                </a:lnTo>
                <a:lnTo>
                  <a:pt x="3082980" y="1778000"/>
                </a:lnTo>
                <a:lnTo>
                  <a:pt x="3121669" y="1803400"/>
                </a:lnTo>
                <a:lnTo>
                  <a:pt x="3164825" y="1828800"/>
                </a:lnTo>
                <a:lnTo>
                  <a:pt x="3210074" y="1854200"/>
                </a:lnTo>
                <a:lnTo>
                  <a:pt x="3255045" y="1866900"/>
                </a:lnTo>
                <a:lnTo>
                  <a:pt x="3297363" y="1879600"/>
                </a:lnTo>
                <a:lnTo>
                  <a:pt x="3329790" y="1879600"/>
                </a:lnTo>
                <a:lnTo>
                  <a:pt x="3362689" y="1892300"/>
                </a:lnTo>
                <a:lnTo>
                  <a:pt x="3395588" y="1892300"/>
                </a:lnTo>
                <a:lnTo>
                  <a:pt x="3428016" y="1905000"/>
                </a:lnTo>
                <a:lnTo>
                  <a:pt x="4100511" y="1905000"/>
                </a:lnTo>
                <a:lnTo>
                  <a:pt x="4088820" y="1917700"/>
                </a:lnTo>
                <a:lnTo>
                  <a:pt x="4056785" y="1930400"/>
                </a:lnTo>
                <a:lnTo>
                  <a:pt x="4024749" y="1955800"/>
                </a:lnTo>
                <a:lnTo>
                  <a:pt x="3992714" y="1968500"/>
                </a:lnTo>
                <a:lnTo>
                  <a:pt x="3960679" y="1993900"/>
                </a:lnTo>
                <a:lnTo>
                  <a:pt x="3844080" y="2032000"/>
                </a:lnTo>
                <a:lnTo>
                  <a:pt x="3802388" y="2044700"/>
                </a:lnTo>
                <a:lnTo>
                  <a:pt x="3754569" y="2057400"/>
                </a:lnTo>
                <a:lnTo>
                  <a:pt x="3705061" y="2057400"/>
                </a:lnTo>
                <a:lnTo>
                  <a:pt x="3654589" y="2070100"/>
                </a:lnTo>
                <a:close/>
              </a:path>
              <a:path w="4284980" h="2070100">
                <a:moveTo>
                  <a:pt x="357662" y="1244600"/>
                </a:moveTo>
                <a:lnTo>
                  <a:pt x="291079" y="1244600"/>
                </a:lnTo>
                <a:lnTo>
                  <a:pt x="255197" y="1231900"/>
                </a:lnTo>
                <a:lnTo>
                  <a:pt x="224496" y="1231900"/>
                </a:lnTo>
                <a:lnTo>
                  <a:pt x="182554" y="1219200"/>
                </a:lnTo>
                <a:lnTo>
                  <a:pt x="141320" y="1193800"/>
                </a:lnTo>
                <a:lnTo>
                  <a:pt x="101052" y="1168400"/>
                </a:lnTo>
                <a:lnTo>
                  <a:pt x="62004" y="1143000"/>
                </a:lnTo>
                <a:lnTo>
                  <a:pt x="24433" y="1104900"/>
                </a:lnTo>
                <a:lnTo>
                  <a:pt x="0" y="1079500"/>
                </a:lnTo>
                <a:lnTo>
                  <a:pt x="0" y="990600"/>
                </a:lnTo>
                <a:lnTo>
                  <a:pt x="10812" y="1016000"/>
                </a:lnTo>
                <a:lnTo>
                  <a:pt x="28516" y="1041400"/>
                </a:lnTo>
                <a:lnTo>
                  <a:pt x="68207" y="1066800"/>
                </a:lnTo>
                <a:lnTo>
                  <a:pt x="620289" y="1066800"/>
                </a:lnTo>
                <a:lnTo>
                  <a:pt x="592315" y="1104900"/>
                </a:lnTo>
                <a:lnTo>
                  <a:pt x="561035" y="1130300"/>
                </a:lnTo>
                <a:lnTo>
                  <a:pt x="526522" y="1168400"/>
                </a:lnTo>
                <a:lnTo>
                  <a:pt x="488853" y="1181100"/>
                </a:lnTo>
                <a:lnTo>
                  <a:pt x="448103" y="1206500"/>
                </a:lnTo>
                <a:lnTo>
                  <a:pt x="404348" y="1219200"/>
                </a:lnTo>
                <a:lnTo>
                  <a:pt x="357662" y="1244600"/>
                </a:lnTo>
                <a:close/>
              </a:path>
              <a:path w="4284980" h="2070100">
                <a:moveTo>
                  <a:pt x="1622306" y="1308100"/>
                </a:moveTo>
                <a:lnTo>
                  <a:pt x="1581281" y="1308100"/>
                </a:lnTo>
                <a:lnTo>
                  <a:pt x="1531291" y="1295400"/>
                </a:lnTo>
                <a:lnTo>
                  <a:pt x="1662625" y="1295400"/>
                </a:lnTo>
                <a:lnTo>
                  <a:pt x="1622306" y="1308100"/>
                </a:lnTo>
                <a:close/>
              </a:path>
              <a:path w="4284980" h="2070100">
                <a:moveTo>
                  <a:pt x="4100511" y="1905000"/>
                </a:moveTo>
                <a:lnTo>
                  <a:pt x="3488317" y="1905000"/>
                </a:lnTo>
                <a:lnTo>
                  <a:pt x="3576257" y="1892300"/>
                </a:lnTo>
                <a:lnTo>
                  <a:pt x="3622984" y="1892300"/>
                </a:lnTo>
                <a:lnTo>
                  <a:pt x="3716200" y="1866900"/>
                </a:lnTo>
                <a:lnTo>
                  <a:pt x="3762010" y="1841500"/>
                </a:lnTo>
                <a:lnTo>
                  <a:pt x="3806834" y="1828800"/>
                </a:lnTo>
                <a:lnTo>
                  <a:pt x="3850333" y="1803400"/>
                </a:lnTo>
                <a:lnTo>
                  <a:pt x="3892166" y="1778000"/>
                </a:lnTo>
                <a:lnTo>
                  <a:pt x="3931996" y="1752600"/>
                </a:lnTo>
                <a:lnTo>
                  <a:pt x="3969480" y="1714500"/>
                </a:lnTo>
                <a:lnTo>
                  <a:pt x="4004280" y="1689100"/>
                </a:lnTo>
                <a:lnTo>
                  <a:pt x="4036057" y="1651000"/>
                </a:lnTo>
                <a:lnTo>
                  <a:pt x="4121483" y="1536700"/>
                </a:lnTo>
                <a:lnTo>
                  <a:pt x="4157602" y="1562100"/>
                </a:lnTo>
                <a:lnTo>
                  <a:pt x="4210680" y="1600200"/>
                </a:lnTo>
                <a:lnTo>
                  <a:pt x="4259989" y="1638300"/>
                </a:lnTo>
                <a:lnTo>
                  <a:pt x="4284800" y="1676400"/>
                </a:lnTo>
                <a:lnTo>
                  <a:pt x="4279878" y="1701800"/>
                </a:lnTo>
                <a:lnTo>
                  <a:pt x="4258034" y="1739900"/>
                </a:lnTo>
                <a:lnTo>
                  <a:pt x="4224806" y="1790700"/>
                </a:lnTo>
                <a:lnTo>
                  <a:pt x="4146353" y="1866900"/>
                </a:lnTo>
                <a:lnTo>
                  <a:pt x="4112202" y="1892300"/>
                </a:lnTo>
                <a:lnTo>
                  <a:pt x="4100511" y="1905000"/>
                </a:lnTo>
                <a:close/>
              </a:path>
            </a:pathLst>
          </a:custGeom>
          <a:solidFill>
            <a:srgbClr val="C4D3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4266259" y="3218923"/>
            <a:ext cx="4022090" cy="2717800"/>
          </a:xfrm>
          <a:custGeom>
            <a:avLst/>
            <a:gdLst/>
            <a:ahLst/>
            <a:cxnLst/>
            <a:rect l="l" t="t" r="r" b="b"/>
            <a:pathLst>
              <a:path w="4022090" h="2717800">
                <a:moveTo>
                  <a:pt x="1297802" y="1790700"/>
                </a:moveTo>
                <a:lnTo>
                  <a:pt x="861848" y="1790700"/>
                </a:lnTo>
                <a:lnTo>
                  <a:pt x="917085" y="1778000"/>
                </a:lnTo>
                <a:lnTo>
                  <a:pt x="960388" y="1765300"/>
                </a:lnTo>
                <a:lnTo>
                  <a:pt x="1002984" y="1739900"/>
                </a:lnTo>
                <a:lnTo>
                  <a:pt x="1043930" y="1714500"/>
                </a:lnTo>
                <a:lnTo>
                  <a:pt x="1082286" y="1676400"/>
                </a:lnTo>
                <a:lnTo>
                  <a:pt x="1117109" y="1651000"/>
                </a:lnTo>
                <a:lnTo>
                  <a:pt x="1147456" y="1612900"/>
                </a:lnTo>
                <a:lnTo>
                  <a:pt x="1172385" y="1562100"/>
                </a:lnTo>
                <a:lnTo>
                  <a:pt x="1190955" y="1524000"/>
                </a:lnTo>
                <a:lnTo>
                  <a:pt x="1205088" y="1460500"/>
                </a:lnTo>
                <a:lnTo>
                  <a:pt x="1212508" y="1435100"/>
                </a:lnTo>
                <a:lnTo>
                  <a:pt x="1221106" y="1409700"/>
                </a:lnTo>
                <a:lnTo>
                  <a:pt x="1196137" y="1397000"/>
                </a:lnTo>
                <a:lnTo>
                  <a:pt x="1140546" y="1371600"/>
                </a:lnTo>
                <a:lnTo>
                  <a:pt x="1115578" y="1358900"/>
                </a:lnTo>
                <a:lnTo>
                  <a:pt x="1065327" y="1358900"/>
                </a:lnTo>
                <a:lnTo>
                  <a:pt x="1051782" y="1346200"/>
                </a:lnTo>
                <a:lnTo>
                  <a:pt x="1218593" y="1346200"/>
                </a:lnTo>
                <a:lnTo>
                  <a:pt x="1217487" y="1295400"/>
                </a:lnTo>
                <a:lnTo>
                  <a:pt x="1206734" y="1231900"/>
                </a:lnTo>
                <a:lnTo>
                  <a:pt x="1188744" y="1181100"/>
                </a:lnTo>
                <a:lnTo>
                  <a:pt x="1165930" y="1130300"/>
                </a:lnTo>
                <a:lnTo>
                  <a:pt x="1107133" y="1041400"/>
                </a:lnTo>
                <a:lnTo>
                  <a:pt x="1073143" y="1003300"/>
                </a:lnTo>
                <a:lnTo>
                  <a:pt x="1037060" y="977900"/>
                </a:lnTo>
                <a:lnTo>
                  <a:pt x="997208" y="952500"/>
                </a:lnTo>
                <a:lnTo>
                  <a:pt x="951912" y="927100"/>
                </a:lnTo>
                <a:lnTo>
                  <a:pt x="899497" y="914400"/>
                </a:lnTo>
                <a:lnTo>
                  <a:pt x="628140" y="800100"/>
                </a:lnTo>
                <a:lnTo>
                  <a:pt x="604428" y="787400"/>
                </a:lnTo>
                <a:lnTo>
                  <a:pt x="579773" y="774700"/>
                </a:lnTo>
                <a:lnTo>
                  <a:pt x="556061" y="774700"/>
                </a:lnTo>
                <a:lnTo>
                  <a:pt x="535175" y="762000"/>
                </a:lnTo>
                <a:lnTo>
                  <a:pt x="488222" y="736600"/>
                </a:lnTo>
                <a:lnTo>
                  <a:pt x="444095" y="711200"/>
                </a:lnTo>
                <a:lnTo>
                  <a:pt x="400910" y="673100"/>
                </a:lnTo>
                <a:lnTo>
                  <a:pt x="356783" y="647700"/>
                </a:lnTo>
                <a:lnTo>
                  <a:pt x="313128" y="609600"/>
                </a:lnTo>
                <a:lnTo>
                  <a:pt x="267587" y="571500"/>
                </a:lnTo>
                <a:lnTo>
                  <a:pt x="223932" y="546100"/>
                </a:lnTo>
                <a:lnTo>
                  <a:pt x="185929" y="495300"/>
                </a:lnTo>
                <a:lnTo>
                  <a:pt x="152220" y="457200"/>
                </a:lnTo>
                <a:lnTo>
                  <a:pt x="120683" y="419100"/>
                </a:lnTo>
                <a:lnTo>
                  <a:pt x="91678" y="381000"/>
                </a:lnTo>
                <a:lnTo>
                  <a:pt x="65567" y="342900"/>
                </a:lnTo>
                <a:lnTo>
                  <a:pt x="42713" y="304800"/>
                </a:lnTo>
                <a:lnTo>
                  <a:pt x="30071" y="266700"/>
                </a:lnTo>
                <a:lnTo>
                  <a:pt x="18843" y="241300"/>
                </a:lnTo>
                <a:lnTo>
                  <a:pt x="9500" y="203200"/>
                </a:lnTo>
                <a:lnTo>
                  <a:pt x="2512" y="177800"/>
                </a:lnTo>
                <a:lnTo>
                  <a:pt x="2512" y="165100"/>
                </a:lnTo>
                <a:lnTo>
                  <a:pt x="0" y="127000"/>
                </a:lnTo>
                <a:lnTo>
                  <a:pt x="1570" y="88900"/>
                </a:lnTo>
                <a:lnTo>
                  <a:pt x="5024" y="63500"/>
                </a:lnTo>
                <a:lnTo>
                  <a:pt x="14132" y="25400"/>
                </a:lnTo>
                <a:lnTo>
                  <a:pt x="32663" y="0"/>
                </a:lnTo>
                <a:lnTo>
                  <a:pt x="201004" y="152400"/>
                </a:lnTo>
                <a:lnTo>
                  <a:pt x="182544" y="190500"/>
                </a:lnTo>
                <a:lnTo>
                  <a:pt x="172249" y="241300"/>
                </a:lnTo>
                <a:lnTo>
                  <a:pt x="169911" y="292100"/>
                </a:lnTo>
                <a:lnTo>
                  <a:pt x="175320" y="330200"/>
                </a:lnTo>
                <a:lnTo>
                  <a:pt x="188267" y="381000"/>
                </a:lnTo>
                <a:lnTo>
                  <a:pt x="208542" y="431800"/>
                </a:lnTo>
                <a:lnTo>
                  <a:pt x="226601" y="469900"/>
                </a:lnTo>
                <a:lnTo>
                  <a:pt x="245602" y="495300"/>
                </a:lnTo>
                <a:lnTo>
                  <a:pt x="269315" y="533400"/>
                </a:lnTo>
                <a:lnTo>
                  <a:pt x="301507" y="558800"/>
                </a:lnTo>
                <a:lnTo>
                  <a:pt x="337390" y="571500"/>
                </a:lnTo>
                <a:lnTo>
                  <a:pt x="371859" y="596900"/>
                </a:lnTo>
                <a:lnTo>
                  <a:pt x="408213" y="609600"/>
                </a:lnTo>
                <a:lnTo>
                  <a:pt x="449748" y="635000"/>
                </a:lnTo>
                <a:lnTo>
                  <a:pt x="489815" y="647700"/>
                </a:lnTo>
                <a:lnTo>
                  <a:pt x="533937" y="660400"/>
                </a:lnTo>
                <a:lnTo>
                  <a:pt x="581061" y="673100"/>
                </a:lnTo>
                <a:lnTo>
                  <a:pt x="630132" y="698500"/>
                </a:lnTo>
                <a:lnTo>
                  <a:pt x="680098" y="711200"/>
                </a:lnTo>
                <a:lnTo>
                  <a:pt x="729906" y="736600"/>
                </a:lnTo>
                <a:lnTo>
                  <a:pt x="778502" y="762000"/>
                </a:lnTo>
                <a:lnTo>
                  <a:pt x="824832" y="787400"/>
                </a:lnTo>
                <a:lnTo>
                  <a:pt x="867844" y="812800"/>
                </a:lnTo>
                <a:lnTo>
                  <a:pt x="906484" y="838200"/>
                </a:lnTo>
                <a:lnTo>
                  <a:pt x="939698" y="850900"/>
                </a:lnTo>
                <a:lnTo>
                  <a:pt x="977596" y="889000"/>
                </a:lnTo>
                <a:lnTo>
                  <a:pt x="1019263" y="914400"/>
                </a:lnTo>
                <a:lnTo>
                  <a:pt x="1062186" y="952500"/>
                </a:lnTo>
                <a:lnTo>
                  <a:pt x="1103853" y="977900"/>
                </a:lnTo>
                <a:lnTo>
                  <a:pt x="1141750" y="1016000"/>
                </a:lnTo>
                <a:lnTo>
                  <a:pt x="1173367" y="1054100"/>
                </a:lnTo>
                <a:lnTo>
                  <a:pt x="1193350" y="1079500"/>
                </a:lnTo>
                <a:lnTo>
                  <a:pt x="1214510" y="1104900"/>
                </a:lnTo>
                <a:lnTo>
                  <a:pt x="1235199" y="1117600"/>
                </a:lnTo>
                <a:lnTo>
                  <a:pt x="1253769" y="1155700"/>
                </a:lnTo>
                <a:lnTo>
                  <a:pt x="1283129" y="1193800"/>
                </a:lnTo>
                <a:lnTo>
                  <a:pt x="1308580" y="1231900"/>
                </a:lnTo>
                <a:lnTo>
                  <a:pt x="1330402" y="1270000"/>
                </a:lnTo>
                <a:lnTo>
                  <a:pt x="1348874" y="1320800"/>
                </a:lnTo>
                <a:lnTo>
                  <a:pt x="1364275" y="1358900"/>
                </a:lnTo>
                <a:lnTo>
                  <a:pt x="1376885" y="1409700"/>
                </a:lnTo>
                <a:lnTo>
                  <a:pt x="1382302" y="1435100"/>
                </a:lnTo>
                <a:lnTo>
                  <a:pt x="1386307" y="1447800"/>
                </a:lnTo>
                <a:lnTo>
                  <a:pt x="1387484" y="1460500"/>
                </a:lnTo>
                <a:lnTo>
                  <a:pt x="1384422" y="1485900"/>
                </a:lnTo>
                <a:lnTo>
                  <a:pt x="1437630" y="1536700"/>
                </a:lnTo>
                <a:lnTo>
                  <a:pt x="1391960" y="1536700"/>
                </a:lnTo>
                <a:lnTo>
                  <a:pt x="1385416" y="1587500"/>
                </a:lnTo>
                <a:lnTo>
                  <a:pt x="1375112" y="1625600"/>
                </a:lnTo>
                <a:lnTo>
                  <a:pt x="1361123" y="1676400"/>
                </a:lnTo>
                <a:lnTo>
                  <a:pt x="1343525" y="1714500"/>
                </a:lnTo>
                <a:lnTo>
                  <a:pt x="1322393" y="1752600"/>
                </a:lnTo>
                <a:lnTo>
                  <a:pt x="1297802" y="1790700"/>
                </a:lnTo>
                <a:close/>
              </a:path>
              <a:path w="4022090" h="2717800">
                <a:moveTo>
                  <a:pt x="1004475" y="1968500"/>
                </a:moveTo>
                <a:lnTo>
                  <a:pt x="968593" y="1968500"/>
                </a:lnTo>
                <a:lnTo>
                  <a:pt x="932710" y="1955800"/>
                </a:lnTo>
                <a:lnTo>
                  <a:pt x="902010" y="1955800"/>
                </a:lnTo>
                <a:lnTo>
                  <a:pt x="860068" y="1930400"/>
                </a:lnTo>
                <a:lnTo>
                  <a:pt x="818834" y="1917700"/>
                </a:lnTo>
                <a:lnTo>
                  <a:pt x="778565" y="1892300"/>
                </a:lnTo>
                <a:lnTo>
                  <a:pt x="739517" y="1866900"/>
                </a:lnTo>
                <a:lnTo>
                  <a:pt x="701947" y="1828800"/>
                </a:lnTo>
                <a:lnTo>
                  <a:pt x="666110" y="1790700"/>
                </a:lnTo>
                <a:lnTo>
                  <a:pt x="632263" y="1765300"/>
                </a:lnTo>
                <a:lnTo>
                  <a:pt x="600663" y="1727200"/>
                </a:lnTo>
                <a:lnTo>
                  <a:pt x="571565" y="1689100"/>
                </a:lnTo>
                <a:lnTo>
                  <a:pt x="545226" y="1651000"/>
                </a:lnTo>
                <a:lnTo>
                  <a:pt x="521226" y="1600200"/>
                </a:lnTo>
                <a:lnTo>
                  <a:pt x="503979" y="1562100"/>
                </a:lnTo>
                <a:lnTo>
                  <a:pt x="494211" y="1511300"/>
                </a:lnTo>
                <a:lnTo>
                  <a:pt x="492643" y="1460500"/>
                </a:lnTo>
                <a:lnTo>
                  <a:pt x="500000" y="1409700"/>
                </a:lnTo>
                <a:lnTo>
                  <a:pt x="502277" y="1397000"/>
                </a:lnTo>
                <a:lnTo>
                  <a:pt x="503140" y="1397000"/>
                </a:lnTo>
                <a:lnTo>
                  <a:pt x="504946" y="1384300"/>
                </a:lnTo>
                <a:lnTo>
                  <a:pt x="510050" y="1371600"/>
                </a:lnTo>
                <a:lnTo>
                  <a:pt x="534733" y="1333500"/>
                </a:lnTo>
                <a:lnTo>
                  <a:pt x="565140" y="1295400"/>
                </a:lnTo>
                <a:lnTo>
                  <a:pt x="599874" y="1270000"/>
                </a:lnTo>
                <a:lnTo>
                  <a:pt x="637539" y="1231900"/>
                </a:lnTo>
                <a:lnTo>
                  <a:pt x="676740" y="1219200"/>
                </a:lnTo>
                <a:lnTo>
                  <a:pt x="716080" y="1193800"/>
                </a:lnTo>
                <a:lnTo>
                  <a:pt x="756399" y="1193800"/>
                </a:lnTo>
                <a:lnTo>
                  <a:pt x="795540" y="1181100"/>
                </a:lnTo>
                <a:lnTo>
                  <a:pt x="876884" y="1181100"/>
                </a:lnTo>
                <a:lnTo>
                  <a:pt x="919289" y="1193800"/>
                </a:lnTo>
                <a:lnTo>
                  <a:pt x="1011282" y="1219200"/>
                </a:lnTo>
                <a:lnTo>
                  <a:pt x="1058103" y="1244600"/>
                </a:lnTo>
                <a:lnTo>
                  <a:pt x="1103628" y="1270000"/>
                </a:lnTo>
                <a:lnTo>
                  <a:pt x="1146474" y="1295400"/>
                </a:lnTo>
                <a:lnTo>
                  <a:pt x="1185257" y="1320800"/>
                </a:lnTo>
                <a:lnTo>
                  <a:pt x="1218593" y="1346200"/>
                </a:lnTo>
                <a:lnTo>
                  <a:pt x="961330" y="1346200"/>
                </a:lnTo>
                <a:lnTo>
                  <a:pt x="856038" y="1371600"/>
                </a:lnTo>
                <a:lnTo>
                  <a:pt x="809045" y="1384300"/>
                </a:lnTo>
                <a:lnTo>
                  <a:pt x="768648" y="1422400"/>
                </a:lnTo>
                <a:lnTo>
                  <a:pt x="740263" y="1435100"/>
                </a:lnTo>
                <a:lnTo>
                  <a:pt x="716119" y="1473200"/>
                </a:lnTo>
                <a:lnTo>
                  <a:pt x="688442" y="1511300"/>
                </a:lnTo>
                <a:lnTo>
                  <a:pt x="670551" y="1549400"/>
                </a:lnTo>
                <a:lnTo>
                  <a:pt x="663409" y="1600200"/>
                </a:lnTo>
                <a:lnTo>
                  <a:pt x="665201" y="1651000"/>
                </a:lnTo>
                <a:lnTo>
                  <a:pt x="674111" y="1701800"/>
                </a:lnTo>
                <a:lnTo>
                  <a:pt x="688326" y="1739900"/>
                </a:lnTo>
                <a:lnTo>
                  <a:pt x="706030" y="1765300"/>
                </a:lnTo>
                <a:lnTo>
                  <a:pt x="745720" y="1790700"/>
                </a:lnTo>
                <a:lnTo>
                  <a:pt x="1297802" y="1790700"/>
                </a:lnTo>
                <a:lnTo>
                  <a:pt x="1269829" y="1828800"/>
                </a:lnTo>
                <a:lnTo>
                  <a:pt x="1238548" y="1854200"/>
                </a:lnTo>
                <a:lnTo>
                  <a:pt x="1204036" y="1879600"/>
                </a:lnTo>
                <a:lnTo>
                  <a:pt x="1166367" y="1905000"/>
                </a:lnTo>
                <a:lnTo>
                  <a:pt x="1125617" y="1930400"/>
                </a:lnTo>
                <a:lnTo>
                  <a:pt x="1081861" y="1943100"/>
                </a:lnTo>
                <a:lnTo>
                  <a:pt x="1035176" y="1955800"/>
                </a:lnTo>
                <a:lnTo>
                  <a:pt x="1004475" y="1968500"/>
                </a:lnTo>
                <a:close/>
              </a:path>
              <a:path w="4022090" h="2717800">
                <a:moveTo>
                  <a:pt x="2717730" y="1866900"/>
                </a:moveTo>
                <a:lnTo>
                  <a:pt x="2145729" y="1866900"/>
                </a:lnTo>
                <a:lnTo>
                  <a:pt x="2192001" y="1854200"/>
                </a:lnTo>
                <a:lnTo>
                  <a:pt x="2291539" y="1828800"/>
                </a:lnTo>
                <a:lnTo>
                  <a:pt x="2339257" y="1816100"/>
                </a:lnTo>
                <a:lnTo>
                  <a:pt x="2381910" y="1803400"/>
                </a:lnTo>
                <a:lnTo>
                  <a:pt x="2494976" y="1752600"/>
                </a:lnTo>
                <a:lnTo>
                  <a:pt x="2505693" y="1739900"/>
                </a:lnTo>
                <a:lnTo>
                  <a:pt x="2515822" y="1739900"/>
                </a:lnTo>
                <a:lnTo>
                  <a:pt x="2525127" y="1727200"/>
                </a:lnTo>
                <a:lnTo>
                  <a:pt x="2534431" y="1727200"/>
                </a:lnTo>
                <a:lnTo>
                  <a:pt x="2541144" y="1714500"/>
                </a:lnTo>
                <a:lnTo>
                  <a:pt x="2555277" y="1714500"/>
                </a:lnTo>
                <a:lnTo>
                  <a:pt x="2583112" y="1689100"/>
                </a:lnTo>
                <a:lnTo>
                  <a:pt x="2610240" y="1663700"/>
                </a:lnTo>
                <a:lnTo>
                  <a:pt x="2663318" y="1612900"/>
                </a:lnTo>
                <a:lnTo>
                  <a:pt x="2690877" y="1587500"/>
                </a:lnTo>
                <a:lnTo>
                  <a:pt x="2717966" y="1562100"/>
                </a:lnTo>
                <a:lnTo>
                  <a:pt x="2745997" y="1524000"/>
                </a:lnTo>
                <a:lnTo>
                  <a:pt x="2776383" y="1498600"/>
                </a:lnTo>
                <a:lnTo>
                  <a:pt x="2821790" y="1473200"/>
                </a:lnTo>
                <a:lnTo>
                  <a:pt x="2859840" y="1435100"/>
                </a:lnTo>
                <a:lnTo>
                  <a:pt x="2897046" y="1422400"/>
                </a:lnTo>
                <a:lnTo>
                  <a:pt x="2939921" y="1409700"/>
                </a:lnTo>
                <a:lnTo>
                  <a:pt x="2994976" y="1397000"/>
                </a:lnTo>
                <a:lnTo>
                  <a:pt x="3091710" y="1397000"/>
                </a:lnTo>
                <a:lnTo>
                  <a:pt x="3139134" y="1422400"/>
                </a:lnTo>
                <a:lnTo>
                  <a:pt x="3180906" y="1435100"/>
                </a:lnTo>
                <a:lnTo>
                  <a:pt x="3288946" y="1524000"/>
                </a:lnTo>
                <a:lnTo>
                  <a:pt x="3296523" y="1536700"/>
                </a:lnTo>
                <a:lnTo>
                  <a:pt x="3304336" y="1536700"/>
                </a:lnTo>
                <a:lnTo>
                  <a:pt x="3312619" y="1549400"/>
                </a:lnTo>
                <a:lnTo>
                  <a:pt x="3166571" y="1549400"/>
                </a:lnTo>
                <a:lnTo>
                  <a:pt x="3115880" y="1562100"/>
                </a:lnTo>
                <a:lnTo>
                  <a:pt x="3068807" y="1574800"/>
                </a:lnTo>
                <a:lnTo>
                  <a:pt x="3025126" y="1600200"/>
                </a:lnTo>
                <a:lnTo>
                  <a:pt x="2984611" y="1625600"/>
                </a:lnTo>
                <a:lnTo>
                  <a:pt x="2947036" y="1651000"/>
                </a:lnTo>
                <a:lnTo>
                  <a:pt x="2912174" y="1689100"/>
                </a:lnTo>
                <a:lnTo>
                  <a:pt x="2879800" y="1727200"/>
                </a:lnTo>
                <a:lnTo>
                  <a:pt x="2849687" y="1752600"/>
                </a:lnTo>
                <a:lnTo>
                  <a:pt x="2821609" y="1778000"/>
                </a:lnTo>
                <a:lnTo>
                  <a:pt x="2798250" y="1803400"/>
                </a:lnTo>
                <a:lnTo>
                  <a:pt x="2774184" y="1816100"/>
                </a:lnTo>
                <a:lnTo>
                  <a:pt x="2750590" y="1841500"/>
                </a:lnTo>
                <a:lnTo>
                  <a:pt x="2728644" y="1854200"/>
                </a:lnTo>
                <a:lnTo>
                  <a:pt x="2717730" y="1866900"/>
                </a:lnTo>
                <a:close/>
              </a:path>
              <a:path w="4022090" h="2717800">
                <a:moveTo>
                  <a:pt x="2340139" y="2019300"/>
                </a:moveTo>
                <a:lnTo>
                  <a:pt x="2108463" y="2019300"/>
                </a:lnTo>
                <a:lnTo>
                  <a:pt x="2010051" y="1993900"/>
                </a:lnTo>
                <a:lnTo>
                  <a:pt x="1956696" y="1968500"/>
                </a:lnTo>
                <a:lnTo>
                  <a:pt x="1907966" y="1955800"/>
                </a:lnTo>
                <a:lnTo>
                  <a:pt x="1863144" y="1930400"/>
                </a:lnTo>
                <a:lnTo>
                  <a:pt x="1821515" y="1905000"/>
                </a:lnTo>
                <a:lnTo>
                  <a:pt x="1782364" y="1879600"/>
                </a:lnTo>
                <a:lnTo>
                  <a:pt x="1744975" y="1854200"/>
                </a:lnTo>
                <a:lnTo>
                  <a:pt x="1672623" y="1803400"/>
                </a:lnTo>
                <a:lnTo>
                  <a:pt x="1636228" y="1765300"/>
                </a:lnTo>
                <a:lnTo>
                  <a:pt x="1598735" y="1739900"/>
                </a:lnTo>
                <a:lnTo>
                  <a:pt x="1559426" y="1701800"/>
                </a:lnTo>
                <a:lnTo>
                  <a:pt x="1517588" y="1651000"/>
                </a:lnTo>
                <a:lnTo>
                  <a:pt x="1486299" y="1625600"/>
                </a:lnTo>
                <a:lnTo>
                  <a:pt x="1457601" y="1600200"/>
                </a:lnTo>
                <a:lnTo>
                  <a:pt x="1427489" y="1562100"/>
                </a:lnTo>
                <a:lnTo>
                  <a:pt x="1391960" y="1536700"/>
                </a:lnTo>
                <a:lnTo>
                  <a:pt x="1437630" y="1536700"/>
                </a:lnTo>
                <a:lnTo>
                  <a:pt x="1610553" y="1701800"/>
                </a:lnTo>
                <a:lnTo>
                  <a:pt x="1646694" y="1727200"/>
                </a:lnTo>
                <a:lnTo>
                  <a:pt x="1695860" y="1765300"/>
                </a:lnTo>
                <a:lnTo>
                  <a:pt x="1750573" y="1790700"/>
                </a:lnTo>
                <a:lnTo>
                  <a:pt x="1803357" y="1816100"/>
                </a:lnTo>
                <a:lnTo>
                  <a:pt x="1846734" y="1828800"/>
                </a:lnTo>
                <a:lnTo>
                  <a:pt x="1967337" y="1854200"/>
                </a:lnTo>
                <a:lnTo>
                  <a:pt x="2012171" y="1854200"/>
                </a:lnTo>
                <a:lnTo>
                  <a:pt x="2056533" y="1866900"/>
                </a:lnTo>
                <a:lnTo>
                  <a:pt x="2717730" y="1866900"/>
                </a:lnTo>
                <a:lnTo>
                  <a:pt x="2696844" y="1879600"/>
                </a:lnTo>
                <a:lnTo>
                  <a:pt x="2685930" y="1892300"/>
                </a:lnTo>
                <a:lnTo>
                  <a:pt x="2502513" y="1981200"/>
                </a:lnTo>
                <a:lnTo>
                  <a:pt x="2487438" y="1981200"/>
                </a:lnTo>
                <a:lnTo>
                  <a:pt x="2479900" y="1993900"/>
                </a:lnTo>
                <a:lnTo>
                  <a:pt x="2429649" y="1993900"/>
                </a:lnTo>
                <a:lnTo>
                  <a:pt x="2429649" y="2006600"/>
                </a:lnTo>
                <a:lnTo>
                  <a:pt x="2379987" y="2006600"/>
                </a:lnTo>
                <a:lnTo>
                  <a:pt x="2340139" y="2019300"/>
                </a:lnTo>
                <a:close/>
              </a:path>
              <a:path w="4022090" h="2717800">
                <a:moveTo>
                  <a:pt x="4021740" y="2717800"/>
                </a:moveTo>
                <a:lnTo>
                  <a:pt x="3999373" y="2717800"/>
                </a:lnTo>
                <a:lnTo>
                  <a:pt x="3991443" y="2705100"/>
                </a:lnTo>
                <a:lnTo>
                  <a:pt x="3977702" y="2705100"/>
                </a:lnTo>
                <a:lnTo>
                  <a:pt x="3970479" y="2692400"/>
                </a:lnTo>
                <a:lnTo>
                  <a:pt x="3962313" y="2692400"/>
                </a:lnTo>
                <a:lnTo>
                  <a:pt x="3952263" y="2679700"/>
                </a:lnTo>
                <a:lnTo>
                  <a:pt x="3907524" y="2654300"/>
                </a:lnTo>
                <a:lnTo>
                  <a:pt x="3865107" y="2628900"/>
                </a:lnTo>
                <a:lnTo>
                  <a:pt x="3824770" y="2603500"/>
                </a:lnTo>
                <a:lnTo>
                  <a:pt x="3786272" y="2565400"/>
                </a:lnTo>
                <a:lnTo>
                  <a:pt x="3749373" y="2540000"/>
                </a:lnTo>
                <a:lnTo>
                  <a:pt x="3713830" y="2501900"/>
                </a:lnTo>
                <a:lnTo>
                  <a:pt x="3679403" y="2463800"/>
                </a:lnTo>
                <a:lnTo>
                  <a:pt x="3645850" y="2425700"/>
                </a:lnTo>
                <a:lnTo>
                  <a:pt x="3612931" y="2387600"/>
                </a:lnTo>
                <a:lnTo>
                  <a:pt x="3580403" y="2349500"/>
                </a:lnTo>
                <a:lnTo>
                  <a:pt x="3545541" y="2298700"/>
                </a:lnTo>
                <a:lnTo>
                  <a:pt x="3518217" y="2260600"/>
                </a:lnTo>
                <a:lnTo>
                  <a:pt x="3495604" y="2209800"/>
                </a:lnTo>
                <a:lnTo>
                  <a:pt x="3474875" y="2159000"/>
                </a:lnTo>
                <a:lnTo>
                  <a:pt x="3467809" y="2146300"/>
                </a:lnTo>
                <a:lnTo>
                  <a:pt x="3461684" y="2133600"/>
                </a:lnTo>
                <a:lnTo>
                  <a:pt x="3456502" y="2120900"/>
                </a:lnTo>
                <a:lnTo>
                  <a:pt x="3452262" y="2095500"/>
                </a:lnTo>
                <a:lnTo>
                  <a:pt x="3448454" y="2082800"/>
                </a:lnTo>
                <a:lnTo>
                  <a:pt x="3444411" y="2070100"/>
                </a:lnTo>
                <a:lnTo>
                  <a:pt x="3439896" y="2057400"/>
                </a:lnTo>
                <a:lnTo>
                  <a:pt x="3434674" y="2032000"/>
                </a:lnTo>
                <a:lnTo>
                  <a:pt x="3422185" y="1993900"/>
                </a:lnTo>
                <a:lnTo>
                  <a:pt x="3411981" y="1943100"/>
                </a:lnTo>
                <a:lnTo>
                  <a:pt x="3402963" y="1892300"/>
                </a:lnTo>
                <a:lnTo>
                  <a:pt x="3394034" y="1854200"/>
                </a:lnTo>
                <a:lnTo>
                  <a:pt x="3384094" y="1803400"/>
                </a:lnTo>
                <a:lnTo>
                  <a:pt x="3372043" y="1752600"/>
                </a:lnTo>
                <a:lnTo>
                  <a:pt x="3356785" y="1714500"/>
                </a:lnTo>
                <a:lnTo>
                  <a:pt x="3337850" y="1663700"/>
                </a:lnTo>
                <a:lnTo>
                  <a:pt x="3319880" y="1625600"/>
                </a:lnTo>
                <a:lnTo>
                  <a:pt x="3297810" y="1587500"/>
                </a:lnTo>
                <a:lnTo>
                  <a:pt x="3221107" y="1562100"/>
                </a:lnTo>
                <a:lnTo>
                  <a:pt x="3166571" y="1549400"/>
                </a:lnTo>
                <a:lnTo>
                  <a:pt x="3321609" y="1549400"/>
                </a:lnTo>
                <a:lnTo>
                  <a:pt x="3349405" y="1574800"/>
                </a:lnTo>
                <a:lnTo>
                  <a:pt x="3376258" y="1600200"/>
                </a:lnTo>
                <a:lnTo>
                  <a:pt x="3402168" y="1638300"/>
                </a:lnTo>
                <a:lnTo>
                  <a:pt x="3427137" y="1663700"/>
                </a:lnTo>
                <a:lnTo>
                  <a:pt x="3432359" y="1676400"/>
                </a:lnTo>
                <a:lnTo>
                  <a:pt x="3436873" y="1676400"/>
                </a:lnTo>
                <a:lnTo>
                  <a:pt x="3440917" y="1689100"/>
                </a:lnTo>
                <a:lnTo>
                  <a:pt x="3444725" y="1689100"/>
                </a:lnTo>
                <a:lnTo>
                  <a:pt x="3459015" y="1714500"/>
                </a:lnTo>
                <a:lnTo>
                  <a:pt x="3468594" y="1727200"/>
                </a:lnTo>
                <a:lnTo>
                  <a:pt x="3480058" y="1752600"/>
                </a:lnTo>
                <a:lnTo>
                  <a:pt x="3500001" y="1790700"/>
                </a:lnTo>
                <a:lnTo>
                  <a:pt x="3507500" y="1803400"/>
                </a:lnTo>
                <a:lnTo>
                  <a:pt x="3514763" y="1816100"/>
                </a:lnTo>
                <a:lnTo>
                  <a:pt x="3521555" y="1828800"/>
                </a:lnTo>
                <a:lnTo>
                  <a:pt x="3527640" y="1854200"/>
                </a:lnTo>
                <a:lnTo>
                  <a:pt x="3592966" y="2108200"/>
                </a:lnTo>
                <a:lnTo>
                  <a:pt x="3592966" y="2120900"/>
                </a:lnTo>
                <a:lnTo>
                  <a:pt x="3602460" y="2171700"/>
                </a:lnTo>
                <a:lnTo>
                  <a:pt x="3615689" y="2222500"/>
                </a:lnTo>
                <a:lnTo>
                  <a:pt x="3632391" y="2273300"/>
                </a:lnTo>
                <a:lnTo>
                  <a:pt x="3652301" y="2324100"/>
                </a:lnTo>
                <a:lnTo>
                  <a:pt x="3675156" y="2374900"/>
                </a:lnTo>
                <a:lnTo>
                  <a:pt x="3700692" y="2425700"/>
                </a:lnTo>
                <a:lnTo>
                  <a:pt x="3728645" y="2463800"/>
                </a:lnTo>
                <a:lnTo>
                  <a:pt x="3760494" y="2501900"/>
                </a:lnTo>
                <a:lnTo>
                  <a:pt x="3799183" y="2527300"/>
                </a:lnTo>
                <a:lnTo>
                  <a:pt x="3842338" y="2552700"/>
                </a:lnTo>
                <a:lnTo>
                  <a:pt x="3887588" y="2565400"/>
                </a:lnTo>
                <a:lnTo>
                  <a:pt x="3932558" y="2590800"/>
                </a:lnTo>
                <a:lnTo>
                  <a:pt x="3974876" y="2603500"/>
                </a:lnTo>
                <a:lnTo>
                  <a:pt x="4021740" y="2603500"/>
                </a:lnTo>
                <a:lnTo>
                  <a:pt x="4021740" y="2717800"/>
                </a:lnTo>
                <a:close/>
              </a:path>
              <a:path w="4022090" h="2717800">
                <a:moveTo>
                  <a:pt x="2258795" y="2032000"/>
                </a:moveTo>
                <a:lnTo>
                  <a:pt x="2208805" y="2019300"/>
                </a:lnTo>
                <a:lnTo>
                  <a:pt x="2299820" y="2019300"/>
                </a:lnTo>
                <a:lnTo>
                  <a:pt x="2258795" y="2032000"/>
                </a:lnTo>
                <a:close/>
              </a:path>
            </a:pathLst>
          </a:custGeom>
          <a:solidFill>
            <a:srgbClr val="C4D3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369397" y="2821259"/>
            <a:ext cx="11819890" cy="1931035"/>
          </a:xfrm>
          <a:custGeom>
            <a:avLst/>
            <a:gdLst/>
            <a:ahLst/>
            <a:cxnLst/>
            <a:rect l="l" t="t" r="r" b="b"/>
            <a:pathLst>
              <a:path w="11819890" h="1931035">
                <a:moveTo>
                  <a:pt x="10973850" y="1930993"/>
                </a:moveTo>
                <a:lnTo>
                  <a:pt x="10923788" y="1930993"/>
                </a:lnTo>
                <a:lnTo>
                  <a:pt x="10873727" y="1930589"/>
                </a:lnTo>
                <a:lnTo>
                  <a:pt x="10773619" y="1928568"/>
                </a:lnTo>
                <a:lnTo>
                  <a:pt x="10673546" y="1924930"/>
                </a:lnTo>
                <a:lnTo>
                  <a:pt x="10573529" y="1919675"/>
                </a:lnTo>
                <a:lnTo>
                  <a:pt x="10473586" y="1912802"/>
                </a:lnTo>
                <a:lnTo>
                  <a:pt x="10373738" y="1904313"/>
                </a:lnTo>
                <a:lnTo>
                  <a:pt x="10274004" y="1894207"/>
                </a:lnTo>
                <a:lnTo>
                  <a:pt x="10174404" y="1882484"/>
                </a:lnTo>
                <a:lnTo>
                  <a:pt x="10074959" y="1869144"/>
                </a:lnTo>
                <a:lnTo>
                  <a:pt x="10074959" y="0"/>
                </a:lnTo>
                <a:lnTo>
                  <a:pt x="10174406" y="13319"/>
                </a:lnTo>
                <a:lnTo>
                  <a:pt x="10274008" y="25023"/>
                </a:lnTo>
                <a:lnTo>
                  <a:pt x="10373743" y="35113"/>
                </a:lnTo>
                <a:lnTo>
                  <a:pt x="10473592" y="43589"/>
                </a:lnTo>
                <a:lnTo>
                  <a:pt x="10573536" y="50451"/>
                </a:lnTo>
                <a:lnTo>
                  <a:pt x="10673555" y="55698"/>
                </a:lnTo>
                <a:lnTo>
                  <a:pt x="10773628" y="59330"/>
                </a:lnTo>
                <a:lnTo>
                  <a:pt x="10873736" y="61348"/>
                </a:lnTo>
                <a:lnTo>
                  <a:pt x="11791827" y="61752"/>
                </a:lnTo>
                <a:lnTo>
                  <a:pt x="11708451" y="227555"/>
                </a:lnTo>
                <a:lnTo>
                  <a:pt x="11616911" y="408071"/>
                </a:lnTo>
                <a:lnTo>
                  <a:pt x="11525268" y="587227"/>
                </a:lnTo>
                <a:lnTo>
                  <a:pt x="11433533" y="765021"/>
                </a:lnTo>
                <a:lnTo>
                  <a:pt x="11341716" y="941451"/>
                </a:lnTo>
                <a:lnTo>
                  <a:pt x="11318750" y="985345"/>
                </a:lnTo>
                <a:lnTo>
                  <a:pt x="11445005" y="1210187"/>
                </a:lnTo>
                <a:lnTo>
                  <a:pt x="11571101" y="1432426"/>
                </a:lnTo>
                <a:lnTo>
                  <a:pt x="11697014" y="1652074"/>
                </a:lnTo>
                <a:lnTo>
                  <a:pt x="11819620" y="1863818"/>
                </a:lnTo>
                <a:lnTo>
                  <a:pt x="11819620" y="1869573"/>
                </a:lnTo>
                <a:lnTo>
                  <a:pt x="11723263" y="1882484"/>
                </a:lnTo>
                <a:lnTo>
                  <a:pt x="11623656" y="1894207"/>
                </a:lnTo>
                <a:lnTo>
                  <a:pt x="11523916" y="1904313"/>
                </a:lnTo>
                <a:lnTo>
                  <a:pt x="11424063" y="1912802"/>
                </a:lnTo>
                <a:lnTo>
                  <a:pt x="11324116" y="1919675"/>
                </a:lnTo>
                <a:lnTo>
                  <a:pt x="11224095" y="1924930"/>
                </a:lnTo>
                <a:lnTo>
                  <a:pt x="11124020" y="1928568"/>
                </a:lnTo>
                <a:lnTo>
                  <a:pt x="11023911" y="1930589"/>
                </a:lnTo>
                <a:lnTo>
                  <a:pt x="10973850" y="1930993"/>
                </a:lnTo>
                <a:close/>
              </a:path>
              <a:path w="11819890" h="1931035">
                <a:moveTo>
                  <a:pt x="11791827" y="61752"/>
                </a:moveTo>
                <a:lnTo>
                  <a:pt x="10973859" y="61752"/>
                </a:lnTo>
                <a:lnTo>
                  <a:pt x="11023920" y="61348"/>
                </a:lnTo>
                <a:lnTo>
                  <a:pt x="11124029" y="59330"/>
                </a:lnTo>
                <a:lnTo>
                  <a:pt x="11224104" y="55698"/>
                </a:lnTo>
                <a:lnTo>
                  <a:pt x="11324124" y="50451"/>
                </a:lnTo>
                <a:lnTo>
                  <a:pt x="11424070" y="43589"/>
                </a:lnTo>
                <a:lnTo>
                  <a:pt x="11523922" y="35113"/>
                </a:lnTo>
                <a:lnTo>
                  <a:pt x="11623661" y="25023"/>
                </a:lnTo>
                <a:lnTo>
                  <a:pt x="11723266" y="13319"/>
                </a:lnTo>
                <a:lnTo>
                  <a:pt x="11819620" y="427"/>
                </a:lnTo>
                <a:lnTo>
                  <a:pt x="11819620" y="6196"/>
                </a:lnTo>
                <a:lnTo>
                  <a:pt x="11791827" y="61752"/>
                </a:lnTo>
                <a:close/>
              </a:path>
              <a:path w="11819890" h="1931035">
                <a:moveTo>
                  <a:pt x="898889" y="1930993"/>
                </a:moveTo>
                <a:lnTo>
                  <a:pt x="848829" y="1930993"/>
                </a:lnTo>
                <a:lnTo>
                  <a:pt x="798771" y="1930589"/>
                </a:lnTo>
                <a:lnTo>
                  <a:pt x="698666" y="1928568"/>
                </a:lnTo>
                <a:lnTo>
                  <a:pt x="598597" y="1924930"/>
                </a:lnTo>
                <a:lnTo>
                  <a:pt x="498581" y="1919675"/>
                </a:lnTo>
                <a:lnTo>
                  <a:pt x="398639" y="1912802"/>
                </a:lnTo>
                <a:lnTo>
                  <a:pt x="298790" y="1904313"/>
                </a:lnTo>
                <a:lnTo>
                  <a:pt x="199054" y="1894207"/>
                </a:lnTo>
                <a:lnTo>
                  <a:pt x="99451" y="1882484"/>
                </a:lnTo>
                <a:lnTo>
                  <a:pt x="0" y="1869144"/>
                </a:lnTo>
                <a:lnTo>
                  <a:pt x="125682" y="1652074"/>
                </a:lnTo>
                <a:lnTo>
                  <a:pt x="251589" y="1432426"/>
                </a:lnTo>
                <a:lnTo>
                  <a:pt x="377690" y="1210187"/>
                </a:lnTo>
                <a:lnTo>
                  <a:pt x="503953" y="985345"/>
                </a:lnTo>
                <a:lnTo>
                  <a:pt x="458023" y="897472"/>
                </a:lnTo>
                <a:lnTo>
                  <a:pt x="366219" y="720701"/>
                </a:lnTo>
                <a:lnTo>
                  <a:pt x="274503" y="542566"/>
                </a:lnTo>
                <a:lnTo>
                  <a:pt x="182887" y="363070"/>
                </a:lnTo>
                <a:lnTo>
                  <a:pt x="91381" y="182214"/>
                </a:lnTo>
                <a:lnTo>
                  <a:pt x="0" y="0"/>
                </a:lnTo>
                <a:lnTo>
                  <a:pt x="99451" y="13319"/>
                </a:lnTo>
                <a:lnTo>
                  <a:pt x="199054" y="25023"/>
                </a:lnTo>
                <a:lnTo>
                  <a:pt x="298790" y="35113"/>
                </a:lnTo>
                <a:lnTo>
                  <a:pt x="398639" y="43589"/>
                </a:lnTo>
                <a:lnTo>
                  <a:pt x="498581" y="50451"/>
                </a:lnTo>
                <a:lnTo>
                  <a:pt x="598597" y="55698"/>
                </a:lnTo>
                <a:lnTo>
                  <a:pt x="698666" y="59330"/>
                </a:lnTo>
                <a:lnTo>
                  <a:pt x="798770" y="61348"/>
                </a:lnTo>
                <a:lnTo>
                  <a:pt x="1747719" y="61752"/>
                </a:lnTo>
                <a:lnTo>
                  <a:pt x="1747719" y="1869144"/>
                </a:lnTo>
                <a:lnTo>
                  <a:pt x="1648268" y="1882484"/>
                </a:lnTo>
                <a:lnTo>
                  <a:pt x="1548665" y="1894207"/>
                </a:lnTo>
                <a:lnTo>
                  <a:pt x="1448929" y="1904313"/>
                </a:lnTo>
                <a:lnTo>
                  <a:pt x="1349080" y="1912802"/>
                </a:lnTo>
                <a:lnTo>
                  <a:pt x="1249138" y="1919675"/>
                </a:lnTo>
                <a:lnTo>
                  <a:pt x="1149122" y="1924930"/>
                </a:lnTo>
                <a:lnTo>
                  <a:pt x="1049052" y="1928568"/>
                </a:lnTo>
                <a:lnTo>
                  <a:pt x="948948" y="1930589"/>
                </a:lnTo>
                <a:lnTo>
                  <a:pt x="898889" y="1930993"/>
                </a:lnTo>
                <a:close/>
              </a:path>
              <a:path w="11819890" h="1931035">
                <a:moveTo>
                  <a:pt x="1747719" y="61752"/>
                </a:moveTo>
                <a:lnTo>
                  <a:pt x="898889" y="61752"/>
                </a:lnTo>
                <a:lnTo>
                  <a:pt x="948948" y="61348"/>
                </a:lnTo>
                <a:lnTo>
                  <a:pt x="1049052" y="59330"/>
                </a:lnTo>
                <a:lnTo>
                  <a:pt x="1149122" y="55698"/>
                </a:lnTo>
                <a:lnTo>
                  <a:pt x="1249138" y="50451"/>
                </a:lnTo>
                <a:lnTo>
                  <a:pt x="1349080" y="43589"/>
                </a:lnTo>
                <a:lnTo>
                  <a:pt x="1448929" y="35113"/>
                </a:lnTo>
                <a:lnTo>
                  <a:pt x="1548665" y="25023"/>
                </a:lnTo>
                <a:lnTo>
                  <a:pt x="1648268" y="13319"/>
                </a:lnTo>
                <a:lnTo>
                  <a:pt x="1747719" y="0"/>
                </a:lnTo>
                <a:lnTo>
                  <a:pt x="1747719" y="61752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16159" y="3470568"/>
            <a:ext cx="9729470" cy="1219835"/>
          </a:xfrm>
          <a:custGeom>
            <a:avLst/>
            <a:gdLst/>
            <a:ahLst/>
            <a:cxnLst/>
            <a:rect l="l" t="t" r="r" b="b"/>
            <a:pathLst>
              <a:path w="9729469" h="1219835">
                <a:moveTo>
                  <a:pt x="9028197" y="1219823"/>
                </a:moveTo>
                <a:lnTo>
                  <a:pt x="9028197" y="0"/>
                </a:lnTo>
                <a:lnTo>
                  <a:pt x="9729181" y="0"/>
                </a:lnTo>
                <a:lnTo>
                  <a:pt x="9729181" y="789914"/>
                </a:lnTo>
                <a:lnTo>
                  <a:pt x="9028197" y="1219823"/>
                </a:lnTo>
                <a:close/>
              </a:path>
              <a:path w="9729469" h="1219835">
                <a:moveTo>
                  <a:pt x="700945" y="1219836"/>
                </a:moveTo>
                <a:lnTo>
                  <a:pt x="0" y="789927"/>
                </a:lnTo>
                <a:lnTo>
                  <a:pt x="0" y="12"/>
                </a:lnTo>
                <a:lnTo>
                  <a:pt x="700945" y="12"/>
                </a:lnTo>
                <a:lnTo>
                  <a:pt x="700945" y="1219836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6158" y="2297827"/>
            <a:ext cx="9729470" cy="2345690"/>
          </a:xfrm>
          <a:custGeom>
            <a:avLst/>
            <a:gdLst/>
            <a:ahLst/>
            <a:cxnLst/>
            <a:rect l="l" t="t" r="r" b="b"/>
            <a:pathLst>
              <a:path w="9729469" h="2345690">
                <a:moveTo>
                  <a:pt x="4889854" y="2345489"/>
                </a:moveTo>
                <a:lnTo>
                  <a:pt x="4687590" y="2344996"/>
                </a:lnTo>
                <a:lnTo>
                  <a:pt x="4485332" y="2343187"/>
                </a:lnTo>
                <a:lnTo>
                  <a:pt x="4283086" y="2340062"/>
                </a:lnTo>
                <a:lnTo>
                  <a:pt x="4080858" y="2335622"/>
                </a:lnTo>
                <a:lnTo>
                  <a:pt x="3878655" y="2329867"/>
                </a:lnTo>
                <a:lnTo>
                  <a:pt x="3676484" y="2322796"/>
                </a:lnTo>
                <a:lnTo>
                  <a:pt x="3474350" y="2314409"/>
                </a:lnTo>
                <a:lnTo>
                  <a:pt x="3272261" y="2304707"/>
                </a:lnTo>
                <a:lnTo>
                  <a:pt x="3070223" y="2293690"/>
                </a:lnTo>
                <a:lnTo>
                  <a:pt x="2868241" y="2281356"/>
                </a:lnTo>
                <a:lnTo>
                  <a:pt x="2666324" y="2267708"/>
                </a:lnTo>
                <a:lnTo>
                  <a:pt x="2464476" y="2252743"/>
                </a:lnTo>
                <a:lnTo>
                  <a:pt x="2262704" y="2236464"/>
                </a:lnTo>
                <a:lnTo>
                  <a:pt x="2061016" y="2218868"/>
                </a:lnTo>
                <a:lnTo>
                  <a:pt x="1859417" y="2199957"/>
                </a:lnTo>
                <a:lnTo>
                  <a:pt x="1657913" y="2179731"/>
                </a:lnTo>
                <a:lnTo>
                  <a:pt x="1456512" y="2158189"/>
                </a:lnTo>
                <a:lnTo>
                  <a:pt x="1255219" y="2135332"/>
                </a:lnTo>
                <a:lnTo>
                  <a:pt x="1054041" y="2111159"/>
                </a:lnTo>
                <a:lnTo>
                  <a:pt x="852985" y="2085670"/>
                </a:lnTo>
                <a:lnTo>
                  <a:pt x="652056" y="2058866"/>
                </a:lnTo>
                <a:lnTo>
                  <a:pt x="451262" y="2030746"/>
                </a:lnTo>
                <a:lnTo>
                  <a:pt x="250609" y="2001311"/>
                </a:lnTo>
                <a:lnTo>
                  <a:pt x="50102" y="1970561"/>
                </a:lnTo>
                <a:lnTo>
                  <a:pt x="0" y="1962667"/>
                </a:lnTo>
                <a:lnTo>
                  <a:pt x="0" y="0"/>
                </a:lnTo>
                <a:lnTo>
                  <a:pt x="200468" y="31079"/>
                </a:lnTo>
                <a:lnTo>
                  <a:pt x="401085" y="60843"/>
                </a:lnTo>
                <a:lnTo>
                  <a:pt x="601845" y="89292"/>
                </a:lnTo>
                <a:lnTo>
                  <a:pt x="802741" y="116425"/>
                </a:lnTo>
                <a:lnTo>
                  <a:pt x="1003766" y="142242"/>
                </a:lnTo>
                <a:lnTo>
                  <a:pt x="1204914" y="166744"/>
                </a:lnTo>
                <a:lnTo>
                  <a:pt x="1406179" y="189930"/>
                </a:lnTo>
                <a:lnTo>
                  <a:pt x="1607554" y="211801"/>
                </a:lnTo>
                <a:lnTo>
                  <a:pt x="1809033" y="232356"/>
                </a:lnTo>
                <a:lnTo>
                  <a:pt x="2010609" y="251596"/>
                </a:lnTo>
                <a:lnTo>
                  <a:pt x="2212276" y="269520"/>
                </a:lnTo>
                <a:lnTo>
                  <a:pt x="2414028" y="286129"/>
                </a:lnTo>
                <a:lnTo>
                  <a:pt x="2615857" y="301422"/>
                </a:lnTo>
                <a:lnTo>
                  <a:pt x="2817758" y="315400"/>
                </a:lnTo>
                <a:lnTo>
                  <a:pt x="3019725" y="328062"/>
                </a:lnTo>
                <a:lnTo>
                  <a:pt x="3221750" y="339408"/>
                </a:lnTo>
                <a:lnTo>
                  <a:pt x="3423827" y="349439"/>
                </a:lnTo>
                <a:lnTo>
                  <a:pt x="3625950" y="358155"/>
                </a:lnTo>
                <a:lnTo>
                  <a:pt x="3828113" y="365555"/>
                </a:lnTo>
                <a:lnTo>
                  <a:pt x="4030309" y="371639"/>
                </a:lnTo>
                <a:lnTo>
                  <a:pt x="4232531" y="376408"/>
                </a:lnTo>
                <a:lnTo>
                  <a:pt x="4434773" y="379861"/>
                </a:lnTo>
                <a:lnTo>
                  <a:pt x="4637030" y="381999"/>
                </a:lnTo>
                <a:lnTo>
                  <a:pt x="4839293" y="382821"/>
                </a:lnTo>
                <a:lnTo>
                  <a:pt x="5041557" y="382328"/>
                </a:lnTo>
                <a:lnTo>
                  <a:pt x="5243816" y="380519"/>
                </a:lnTo>
                <a:lnTo>
                  <a:pt x="5446063" y="377394"/>
                </a:lnTo>
                <a:lnTo>
                  <a:pt x="5648291" y="372954"/>
                </a:lnTo>
                <a:lnTo>
                  <a:pt x="5850495" y="367199"/>
                </a:lnTo>
                <a:lnTo>
                  <a:pt x="6052667" y="360128"/>
                </a:lnTo>
                <a:lnTo>
                  <a:pt x="6254801" y="351741"/>
                </a:lnTo>
                <a:lnTo>
                  <a:pt x="6456891" y="342039"/>
                </a:lnTo>
                <a:lnTo>
                  <a:pt x="6658931" y="331022"/>
                </a:lnTo>
                <a:lnTo>
                  <a:pt x="6860913" y="318689"/>
                </a:lnTo>
                <a:lnTo>
                  <a:pt x="7062832" y="305040"/>
                </a:lnTo>
                <a:lnTo>
                  <a:pt x="7264681" y="290076"/>
                </a:lnTo>
                <a:lnTo>
                  <a:pt x="7466454" y="273796"/>
                </a:lnTo>
                <a:lnTo>
                  <a:pt x="7668144" y="256201"/>
                </a:lnTo>
                <a:lnTo>
                  <a:pt x="7869745" y="237290"/>
                </a:lnTo>
                <a:lnTo>
                  <a:pt x="8071251" y="217063"/>
                </a:lnTo>
                <a:lnTo>
                  <a:pt x="8272654" y="195521"/>
                </a:lnTo>
                <a:lnTo>
                  <a:pt x="8473948" y="172664"/>
                </a:lnTo>
                <a:lnTo>
                  <a:pt x="8675128" y="148491"/>
                </a:lnTo>
                <a:lnTo>
                  <a:pt x="8876187" y="123002"/>
                </a:lnTo>
                <a:lnTo>
                  <a:pt x="9077117" y="96198"/>
                </a:lnTo>
                <a:lnTo>
                  <a:pt x="9277914" y="68079"/>
                </a:lnTo>
                <a:lnTo>
                  <a:pt x="9478569" y="38643"/>
                </a:lnTo>
                <a:lnTo>
                  <a:pt x="9679078" y="7893"/>
                </a:lnTo>
                <a:lnTo>
                  <a:pt x="9729181" y="0"/>
                </a:lnTo>
                <a:lnTo>
                  <a:pt x="9729181" y="1962667"/>
                </a:lnTo>
                <a:lnTo>
                  <a:pt x="9528710" y="1993747"/>
                </a:lnTo>
                <a:lnTo>
                  <a:pt x="9328090" y="2023511"/>
                </a:lnTo>
                <a:lnTo>
                  <a:pt x="9127327" y="2051959"/>
                </a:lnTo>
                <a:lnTo>
                  <a:pt x="8926429" y="2079092"/>
                </a:lnTo>
                <a:lnTo>
                  <a:pt x="8725401" y="2104910"/>
                </a:lnTo>
                <a:lnTo>
                  <a:pt x="8524251" y="2129412"/>
                </a:lnTo>
                <a:lnTo>
                  <a:pt x="8322984" y="2152598"/>
                </a:lnTo>
                <a:lnTo>
                  <a:pt x="8121607" y="2174469"/>
                </a:lnTo>
                <a:lnTo>
                  <a:pt x="7920126" y="2195024"/>
                </a:lnTo>
                <a:lnTo>
                  <a:pt x="7718548" y="2214264"/>
                </a:lnTo>
                <a:lnTo>
                  <a:pt x="7516880" y="2232188"/>
                </a:lnTo>
                <a:lnTo>
                  <a:pt x="7315127" y="2248797"/>
                </a:lnTo>
                <a:lnTo>
                  <a:pt x="7113296" y="2264090"/>
                </a:lnTo>
                <a:lnTo>
                  <a:pt x="6911393" y="2278068"/>
                </a:lnTo>
                <a:lnTo>
                  <a:pt x="6709426" y="2290730"/>
                </a:lnTo>
                <a:lnTo>
                  <a:pt x="6507400" y="2302076"/>
                </a:lnTo>
                <a:lnTo>
                  <a:pt x="6305322" y="2312107"/>
                </a:lnTo>
                <a:lnTo>
                  <a:pt x="6103198" y="2320823"/>
                </a:lnTo>
                <a:lnTo>
                  <a:pt x="5901035" y="2328222"/>
                </a:lnTo>
                <a:lnTo>
                  <a:pt x="5698839" y="2334307"/>
                </a:lnTo>
                <a:lnTo>
                  <a:pt x="5496616" y="2339076"/>
                </a:lnTo>
                <a:lnTo>
                  <a:pt x="5294374" y="2342529"/>
                </a:lnTo>
                <a:lnTo>
                  <a:pt x="5092118" y="2344667"/>
                </a:lnTo>
                <a:lnTo>
                  <a:pt x="4889854" y="234548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69" y="6900400"/>
            <a:ext cx="3498440" cy="338659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55953" y="6709900"/>
            <a:ext cx="3498440" cy="357709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7910322" y="232371"/>
            <a:ext cx="2466975" cy="2292350"/>
          </a:xfrm>
          <a:custGeom>
            <a:avLst/>
            <a:gdLst/>
            <a:ahLst/>
            <a:cxnLst/>
            <a:rect l="l" t="t" r="r" b="b"/>
            <a:pathLst>
              <a:path w="2466975" h="2292350">
                <a:moveTo>
                  <a:pt x="2466670" y="1041361"/>
                </a:moveTo>
                <a:lnTo>
                  <a:pt x="2461895" y="971118"/>
                </a:lnTo>
                <a:lnTo>
                  <a:pt x="2448382" y="896683"/>
                </a:lnTo>
                <a:lnTo>
                  <a:pt x="2439695" y="858710"/>
                </a:lnTo>
                <a:lnTo>
                  <a:pt x="2421102" y="782815"/>
                </a:lnTo>
                <a:lnTo>
                  <a:pt x="2412288" y="745553"/>
                </a:lnTo>
                <a:lnTo>
                  <a:pt x="2404491" y="709180"/>
                </a:lnTo>
                <a:lnTo>
                  <a:pt x="2398268" y="674014"/>
                </a:lnTo>
                <a:lnTo>
                  <a:pt x="2394127" y="640372"/>
                </a:lnTo>
                <a:lnTo>
                  <a:pt x="2392642" y="608571"/>
                </a:lnTo>
                <a:lnTo>
                  <a:pt x="2393785" y="572020"/>
                </a:lnTo>
                <a:lnTo>
                  <a:pt x="2401786" y="498436"/>
                </a:lnTo>
                <a:lnTo>
                  <a:pt x="2414765" y="425335"/>
                </a:lnTo>
                <a:lnTo>
                  <a:pt x="2429599" y="353974"/>
                </a:lnTo>
                <a:lnTo>
                  <a:pt x="2436723" y="319354"/>
                </a:lnTo>
                <a:lnTo>
                  <a:pt x="2443124" y="285661"/>
                </a:lnTo>
                <a:lnTo>
                  <a:pt x="2448407" y="253034"/>
                </a:lnTo>
                <a:lnTo>
                  <a:pt x="2452192" y="221665"/>
                </a:lnTo>
                <a:lnTo>
                  <a:pt x="2454071" y="191681"/>
                </a:lnTo>
                <a:lnTo>
                  <a:pt x="2453665" y="163283"/>
                </a:lnTo>
                <a:lnTo>
                  <a:pt x="2444394" y="111798"/>
                </a:lnTo>
                <a:lnTo>
                  <a:pt x="2421242" y="68491"/>
                </a:lnTo>
                <a:lnTo>
                  <a:pt x="2381059" y="34671"/>
                </a:lnTo>
                <a:lnTo>
                  <a:pt x="2320696" y="11607"/>
                </a:lnTo>
                <a:lnTo>
                  <a:pt x="2281961" y="4508"/>
                </a:lnTo>
                <a:lnTo>
                  <a:pt x="2237003" y="584"/>
                </a:lnTo>
                <a:lnTo>
                  <a:pt x="2185428" y="0"/>
                </a:lnTo>
                <a:lnTo>
                  <a:pt x="2126843" y="2908"/>
                </a:lnTo>
                <a:lnTo>
                  <a:pt x="2076869" y="8915"/>
                </a:lnTo>
                <a:lnTo>
                  <a:pt x="2027859" y="19088"/>
                </a:lnTo>
                <a:lnTo>
                  <a:pt x="1979853" y="33159"/>
                </a:lnTo>
                <a:lnTo>
                  <a:pt x="1932889" y="50812"/>
                </a:lnTo>
                <a:lnTo>
                  <a:pt x="1887016" y="71755"/>
                </a:lnTo>
                <a:lnTo>
                  <a:pt x="1842287" y="95669"/>
                </a:lnTo>
                <a:lnTo>
                  <a:pt x="1798751" y="122288"/>
                </a:lnTo>
                <a:lnTo>
                  <a:pt x="1756460" y="151295"/>
                </a:lnTo>
                <a:lnTo>
                  <a:pt x="1715439" y="182384"/>
                </a:lnTo>
                <a:lnTo>
                  <a:pt x="1675765" y="215277"/>
                </a:lnTo>
                <a:lnTo>
                  <a:pt x="1637449" y="249656"/>
                </a:lnTo>
                <a:lnTo>
                  <a:pt x="1600568" y="285242"/>
                </a:lnTo>
                <a:lnTo>
                  <a:pt x="1565160" y="321716"/>
                </a:lnTo>
                <a:lnTo>
                  <a:pt x="1531277" y="358800"/>
                </a:lnTo>
                <a:lnTo>
                  <a:pt x="1498955" y="396176"/>
                </a:lnTo>
                <a:lnTo>
                  <a:pt x="1468247" y="433565"/>
                </a:lnTo>
                <a:lnTo>
                  <a:pt x="1439202" y="470649"/>
                </a:lnTo>
                <a:lnTo>
                  <a:pt x="1411871" y="507149"/>
                </a:lnTo>
                <a:lnTo>
                  <a:pt x="1386903" y="541896"/>
                </a:lnTo>
                <a:lnTo>
                  <a:pt x="1384439" y="540372"/>
                </a:lnTo>
                <a:lnTo>
                  <a:pt x="1345819" y="520928"/>
                </a:lnTo>
                <a:lnTo>
                  <a:pt x="1304747" y="507365"/>
                </a:lnTo>
                <a:lnTo>
                  <a:pt x="1262151" y="499973"/>
                </a:lnTo>
                <a:lnTo>
                  <a:pt x="1233335" y="498563"/>
                </a:lnTo>
                <a:lnTo>
                  <a:pt x="1226121" y="498652"/>
                </a:lnTo>
                <a:lnTo>
                  <a:pt x="1183093" y="502881"/>
                </a:lnTo>
                <a:lnTo>
                  <a:pt x="1141133" y="513397"/>
                </a:lnTo>
                <a:lnTo>
                  <a:pt x="1101191" y="529945"/>
                </a:lnTo>
                <a:lnTo>
                  <a:pt x="1079754" y="541896"/>
                </a:lnTo>
                <a:lnTo>
                  <a:pt x="1054798" y="507149"/>
                </a:lnTo>
                <a:lnTo>
                  <a:pt x="1027468" y="470649"/>
                </a:lnTo>
                <a:lnTo>
                  <a:pt x="998423" y="433565"/>
                </a:lnTo>
                <a:lnTo>
                  <a:pt x="967714" y="396176"/>
                </a:lnTo>
                <a:lnTo>
                  <a:pt x="935393" y="358800"/>
                </a:lnTo>
                <a:lnTo>
                  <a:pt x="901509" y="321716"/>
                </a:lnTo>
                <a:lnTo>
                  <a:pt x="866101" y="285242"/>
                </a:lnTo>
                <a:lnTo>
                  <a:pt x="829221" y="249656"/>
                </a:lnTo>
                <a:lnTo>
                  <a:pt x="790917" y="215277"/>
                </a:lnTo>
                <a:lnTo>
                  <a:pt x="751230" y="182384"/>
                </a:lnTo>
                <a:lnTo>
                  <a:pt x="710222" y="151295"/>
                </a:lnTo>
                <a:lnTo>
                  <a:pt x="667918" y="122288"/>
                </a:lnTo>
                <a:lnTo>
                  <a:pt x="624382" y="95681"/>
                </a:lnTo>
                <a:lnTo>
                  <a:pt x="579653" y="71755"/>
                </a:lnTo>
                <a:lnTo>
                  <a:pt x="533793" y="50812"/>
                </a:lnTo>
                <a:lnTo>
                  <a:pt x="486829" y="33159"/>
                </a:lnTo>
                <a:lnTo>
                  <a:pt x="438810" y="19100"/>
                </a:lnTo>
                <a:lnTo>
                  <a:pt x="389801" y="8915"/>
                </a:lnTo>
                <a:lnTo>
                  <a:pt x="339826" y="2908"/>
                </a:lnTo>
                <a:lnTo>
                  <a:pt x="281241" y="0"/>
                </a:lnTo>
                <a:lnTo>
                  <a:pt x="229666" y="584"/>
                </a:lnTo>
                <a:lnTo>
                  <a:pt x="184708" y="4508"/>
                </a:lnTo>
                <a:lnTo>
                  <a:pt x="145986" y="11607"/>
                </a:lnTo>
                <a:lnTo>
                  <a:pt x="85610" y="34671"/>
                </a:lnTo>
                <a:lnTo>
                  <a:pt x="45427" y="68491"/>
                </a:lnTo>
                <a:lnTo>
                  <a:pt x="22275" y="111798"/>
                </a:lnTo>
                <a:lnTo>
                  <a:pt x="13004" y="163271"/>
                </a:lnTo>
                <a:lnTo>
                  <a:pt x="12598" y="191681"/>
                </a:lnTo>
                <a:lnTo>
                  <a:pt x="14478" y="221653"/>
                </a:lnTo>
                <a:lnTo>
                  <a:pt x="23558" y="285648"/>
                </a:lnTo>
                <a:lnTo>
                  <a:pt x="37071" y="353974"/>
                </a:lnTo>
                <a:lnTo>
                  <a:pt x="44526" y="389356"/>
                </a:lnTo>
                <a:lnTo>
                  <a:pt x="51904" y="425335"/>
                </a:lnTo>
                <a:lnTo>
                  <a:pt x="64884" y="498436"/>
                </a:lnTo>
                <a:lnTo>
                  <a:pt x="72885" y="572020"/>
                </a:lnTo>
                <a:lnTo>
                  <a:pt x="74041" y="608571"/>
                </a:lnTo>
                <a:lnTo>
                  <a:pt x="72542" y="640372"/>
                </a:lnTo>
                <a:lnTo>
                  <a:pt x="62179" y="709180"/>
                </a:lnTo>
                <a:lnTo>
                  <a:pt x="45567" y="782815"/>
                </a:lnTo>
                <a:lnTo>
                  <a:pt x="26974" y="858710"/>
                </a:lnTo>
                <a:lnTo>
                  <a:pt x="18288" y="896683"/>
                </a:lnTo>
                <a:lnTo>
                  <a:pt x="10706" y="934262"/>
                </a:lnTo>
                <a:lnTo>
                  <a:pt x="4775" y="971118"/>
                </a:lnTo>
                <a:lnTo>
                  <a:pt x="1028" y="1006919"/>
                </a:lnTo>
                <a:lnTo>
                  <a:pt x="0" y="1041361"/>
                </a:lnTo>
                <a:lnTo>
                  <a:pt x="2222" y="1074102"/>
                </a:lnTo>
                <a:lnTo>
                  <a:pt x="18592" y="1133233"/>
                </a:lnTo>
                <a:lnTo>
                  <a:pt x="54406" y="1181735"/>
                </a:lnTo>
                <a:lnTo>
                  <a:pt x="113957" y="1217028"/>
                </a:lnTo>
                <a:lnTo>
                  <a:pt x="153962" y="1228928"/>
                </a:lnTo>
                <a:lnTo>
                  <a:pt x="201510" y="1236548"/>
                </a:lnTo>
                <a:lnTo>
                  <a:pt x="257136" y="1239583"/>
                </a:lnTo>
                <a:lnTo>
                  <a:pt x="298818" y="1238135"/>
                </a:lnTo>
                <a:lnTo>
                  <a:pt x="342404" y="1233106"/>
                </a:lnTo>
                <a:lnTo>
                  <a:pt x="387604" y="1224775"/>
                </a:lnTo>
                <a:lnTo>
                  <a:pt x="434136" y="1213459"/>
                </a:lnTo>
                <a:lnTo>
                  <a:pt x="481723" y="1199426"/>
                </a:lnTo>
                <a:lnTo>
                  <a:pt x="530098" y="1182966"/>
                </a:lnTo>
                <a:lnTo>
                  <a:pt x="578980" y="1164386"/>
                </a:lnTo>
                <a:lnTo>
                  <a:pt x="628078" y="1143965"/>
                </a:lnTo>
                <a:lnTo>
                  <a:pt x="677125" y="1122006"/>
                </a:lnTo>
                <a:lnTo>
                  <a:pt x="629716" y="1175778"/>
                </a:lnTo>
                <a:lnTo>
                  <a:pt x="586232" y="1230185"/>
                </a:lnTo>
                <a:lnTo>
                  <a:pt x="546506" y="1284909"/>
                </a:lnTo>
                <a:lnTo>
                  <a:pt x="510374" y="1339596"/>
                </a:lnTo>
                <a:lnTo>
                  <a:pt x="477659" y="1393913"/>
                </a:lnTo>
                <a:lnTo>
                  <a:pt x="448208" y="1447533"/>
                </a:lnTo>
                <a:lnTo>
                  <a:pt x="421843" y="1500124"/>
                </a:lnTo>
                <a:lnTo>
                  <a:pt x="398424" y="1551330"/>
                </a:lnTo>
                <a:lnTo>
                  <a:pt x="377761" y="1600835"/>
                </a:lnTo>
                <a:lnTo>
                  <a:pt x="359702" y="1648294"/>
                </a:lnTo>
                <a:lnTo>
                  <a:pt x="344068" y="1693379"/>
                </a:lnTo>
                <a:lnTo>
                  <a:pt x="330720" y="1735747"/>
                </a:lnTo>
                <a:lnTo>
                  <a:pt x="319468" y="1775079"/>
                </a:lnTo>
                <a:lnTo>
                  <a:pt x="302641" y="1843239"/>
                </a:lnTo>
                <a:lnTo>
                  <a:pt x="292252" y="1895182"/>
                </a:lnTo>
                <a:lnTo>
                  <a:pt x="288264" y="1926551"/>
                </a:lnTo>
                <a:lnTo>
                  <a:pt x="289699" y="1938718"/>
                </a:lnTo>
                <a:lnTo>
                  <a:pt x="336257" y="2015451"/>
                </a:lnTo>
                <a:lnTo>
                  <a:pt x="375170" y="2063496"/>
                </a:lnTo>
                <a:lnTo>
                  <a:pt x="415201" y="2105914"/>
                </a:lnTo>
                <a:lnTo>
                  <a:pt x="455891" y="2143048"/>
                </a:lnTo>
                <a:lnTo>
                  <a:pt x="496760" y="2175256"/>
                </a:lnTo>
                <a:lnTo>
                  <a:pt x="537337" y="2202878"/>
                </a:lnTo>
                <a:lnTo>
                  <a:pt x="577164" y="2226272"/>
                </a:lnTo>
                <a:lnTo>
                  <a:pt x="615759" y="2245791"/>
                </a:lnTo>
                <a:lnTo>
                  <a:pt x="652640" y="2261781"/>
                </a:lnTo>
                <a:lnTo>
                  <a:pt x="719429" y="2284577"/>
                </a:lnTo>
                <a:lnTo>
                  <a:pt x="779030" y="2292197"/>
                </a:lnTo>
                <a:lnTo>
                  <a:pt x="805497" y="2279586"/>
                </a:lnTo>
                <a:lnTo>
                  <a:pt x="824204" y="2257006"/>
                </a:lnTo>
                <a:lnTo>
                  <a:pt x="831621" y="2227249"/>
                </a:lnTo>
                <a:lnTo>
                  <a:pt x="885698" y="1675828"/>
                </a:lnTo>
                <a:lnTo>
                  <a:pt x="988949" y="1318031"/>
                </a:lnTo>
                <a:lnTo>
                  <a:pt x="1089190" y="1124724"/>
                </a:lnTo>
                <a:lnTo>
                  <a:pt x="1132751" y="1068641"/>
                </a:lnTo>
                <a:lnTo>
                  <a:pt x="1134313" y="1069213"/>
                </a:lnTo>
                <a:lnTo>
                  <a:pt x="1141133" y="1071549"/>
                </a:lnTo>
                <a:lnTo>
                  <a:pt x="1183093" y="1082065"/>
                </a:lnTo>
                <a:lnTo>
                  <a:pt x="1226121" y="1086307"/>
                </a:lnTo>
                <a:lnTo>
                  <a:pt x="1233335" y="1086396"/>
                </a:lnTo>
                <a:lnTo>
                  <a:pt x="1240548" y="1086307"/>
                </a:lnTo>
                <a:lnTo>
                  <a:pt x="1283576" y="1082065"/>
                </a:lnTo>
                <a:lnTo>
                  <a:pt x="1325537" y="1071549"/>
                </a:lnTo>
                <a:lnTo>
                  <a:pt x="1333906" y="1068641"/>
                </a:lnTo>
                <a:lnTo>
                  <a:pt x="1377480" y="1124724"/>
                </a:lnTo>
                <a:lnTo>
                  <a:pt x="1477721" y="1318031"/>
                </a:lnTo>
                <a:lnTo>
                  <a:pt x="1580972" y="1675828"/>
                </a:lnTo>
                <a:lnTo>
                  <a:pt x="1635036" y="2227249"/>
                </a:lnTo>
                <a:lnTo>
                  <a:pt x="1642465" y="2257006"/>
                </a:lnTo>
                <a:lnTo>
                  <a:pt x="1661172" y="2279586"/>
                </a:lnTo>
                <a:lnTo>
                  <a:pt x="1687626" y="2292197"/>
                </a:lnTo>
                <a:lnTo>
                  <a:pt x="1718284" y="2292083"/>
                </a:lnTo>
                <a:lnTo>
                  <a:pt x="1779308" y="2274582"/>
                </a:lnTo>
                <a:lnTo>
                  <a:pt x="1850910" y="2245791"/>
                </a:lnTo>
                <a:lnTo>
                  <a:pt x="1889506" y="2226272"/>
                </a:lnTo>
                <a:lnTo>
                  <a:pt x="1929320" y="2202878"/>
                </a:lnTo>
                <a:lnTo>
                  <a:pt x="1969909" y="2175256"/>
                </a:lnTo>
                <a:lnTo>
                  <a:pt x="2010778" y="2143048"/>
                </a:lnTo>
                <a:lnTo>
                  <a:pt x="2051469" y="2105914"/>
                </a:lnTo>
                <a:lnTo>
                  <a:pt x="2091499" y="2063496"/>
                </a:lnTo>
                <a:lnTo>
                  <a:pt x="2130412" y="2015451"/>
                </a:lnTo>
                <a:lnTo>
                  <a:pt x="2167725" y="1961413"/>
                </a:lnTo>
                <a:lnTo>
                  <a:pt x="2178393" y="1926551"/>
                </a:lnTo>
                <a:lnTo>
                  <a:pt x="2177605" y="1914232"/>
                </a:lnTo>
                <a:lnTo>
                  <a:pt x="2169947" y="1871395"/>
                </a:lnTo>
                <a:lnTo>
                  <a:pt x="2156498" y="1811007"/>
                </a:lnTo>
                <a:lnTo>
                  <a:pt x="2135949" y="1735747"/>
                </a:lnTo>
                <a:lnTo>
                  <a:pt x="2122589" y="1693379"/>
                </a:lnTo>
                <a:lnTo>
                  <a:pt x="2106968" y="1648294"/>
                </a:lnTo>
                <a:lnTo>
                  <a:pt x="2088908" y="1600835"/>
                </a:lnTo>
                <a:lnTo>
                  <a:pt x="2068245" y="1551330"/>
                </a:lnTo>
                <a:lnTo>
                  <a:pt x="2044814" y="1500111"/>
                </a:lnTo>
                <a:lnTo>
                  <a:pt x="2018461" y="1447533"/>
                </a:lnTo>
                <a:lnTo>
                  <a:pt x="1989010" y="1393913"/>
                </a:lnTo>
                <a:lnTo>
                  <a:pt x="1956295" y="1339596"/>
                </a:lnTo>
                <a:lnTo>
                  <a:pt x="1920151" y="1284909"/>
                </a:lnTo>
                <a:lnTo>
                  <a:pt x="1880425" y="1230185"/>
                </a:lnTo>
                <a:lnTo>
                  <a:pt x="1836953" y="1175778"/>
                </a:lnTo>
                <a:lnTo>
                  <a:pt x="1789544" y="1122006"/>
                </a:lnTo>
                <a:lnTo>
                  <a:pt x="1838591" y="1143965"/>
                </a:lnTo>
                <a:lnTo>
                  <a:pt x="1887689" y="1164386"/>
                </a:lnTo>
                <a:lnTo>
                  <a:pt x="1936559" y="1182966"/>
                </a:lnTo>
                <a:lnTo>
                  <a:pt x="1984933" y="1199426"/>
                </a:lnTo>
                <a:lnTo>
                  <a:pt x="2032533" y="1213459"/>
                </a:lnTo>
                <a:lnTo>
                  <a:pt x="2079066" y="1224775"/>
                </a:lnTo>
                <a:lnTo>
                  <a:pt x="2124265" y="1233106"/>
                </a:lnTo>
                <a:lnTo>
                  <a:pt x="2167839" y="1238135"/>
                </a:lnTo>
                <a:lnTo>
                  <a:pt x="2209533" y="1239596"/>
                </a:lnTo>
                <a:lnTo>
                  <a:pt x="2265159" y="1236548"/>
                </a:lnTo>
                <a:lnTo>
                  <a:pt x="2312708" y="1228928"/>
                </a:lnTo>
                <a:lnTo>
                  <a:pt x="2352713" y="1217028"/>
                </a:lnTo>
                <a:lnTo>
                  <a:pt x="2412263" y="1181735"/>
                </a:lnTo>
                <a:lnTo>
                  <a:pt x="2448077" y="1133233"/>
                </a:lnTo>
                <a:lnTo>
                  <a:pt x="2464447" y="1074102"/>
                </a:lnTo>
                <a:lnTo>
                  <a:pt x="2466670" y="1041361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" y="0"/>
            <a:ext cx="6273800" cy="1954530"/>
          </a:xfrm>
          <a:custGeom>
            <a:avLst/>
            <a:gdLst/>
            <a:ahLst/>
            <a:cxnLst/>
            <a:rect l="l" t="t" r="r" b="b"/>
            <a:pathLst>
              <a:path w="6273800" h="1954530">
                <a:moveTo>
                  <a:pt x="0" y="0"/>
                </a:moveTo>
                <a:lnTo>
                  <a:pt x="6273473" y="0"/>
                </a:lnTo>
                <a:lnTo>
                  <a:pt x="6253202" y="15159"/>
                </a:lnTo>
                <a:lnTo>
                  <a:pt x="6020918" y="111844"/>
                </a:lnTo>
                <a:lnTo>
                  <a:pt x="5964879" y="107507"/>
                </a:lnTo>
                <a:lnTo>
                  <a:pt x="5781173" y="183971"/>
                </a:lnTo>
                <a:lnTo>
                  <a:pt x="5725793" y="179360"/>
                </a:lnTo>
                <a:lnTo>
                  <a:pt x="5635179" y="217077"/>
                </a:lnTo>
                <a:lnTo>
                  <a:pt x="5581749" y="211654"/>
                </a:lnTo>
                <a:lnTo>
                  <a:pt x="5538707" y="229570"/>
                </a:lnTo>
                <a:lnTo>
                  <a:pt x="5434599" y="217579"/>
                </a:lnTo>
                <a:lnTo>
                  <a:pt x="5393099" y="234852"/>
                </a:lnTo>
                <a:lnTo>
                  <a:pt x="5241760" y="214859"/>
                </a:lnTo>
                <a:lnTo>
                  <a:pt x="5201892" y="231453"/>
                </a:lnTo>
                <a:lnTo>
                  <a:pt x="4957864" y="194715"/>
                </a:lnTo>
                <a:lnTo>
                  <a:pt x="4718351" y="156099"/>
                </a:lnTo>
                <a:lnTo>
                  <a:pt x="4565420" y="109105"/>
                </a:lnTo>
                <a:lnTo>
                  <a:pt x="4276694" y="63311"/>
                </a:lnTo>
                <a:lnTo>
                  <a:pt x="4079736" y="34643"/>
                </a:lnTo>
                <a:lnTo>
                  <a:pt x="4029659" y="27825"/>
                </a:lnTo>
                <a:lnTo>
                  <a:pt x="3989001" y="44748"/>
                </a:lnTo>
                <a:lnTo>
                  <a:pt x="3938103" y="38271"/>
                </a:lnTo>
                <a:lnTo>
                  <a:pt x="3842353" y="22801"/>
                </a:lnTo>
                <a:lnTo>
                  <a:pt x="3804086" y="38730"/>
                </a:lnTo>
                <a:lnTo>
                  <a:pt x="3755870" y="31137"/>
                </a:lnTo>
                <a:lnTo>
                  <a:pt x="3717335" y="47176"/>
                </a:lnTo>
                <a:lnTo>
                  <a:pt x="3668857" y="39692"/>
                </a:lnTo>
                <a:lnTo>
                  <a:pt x="3630065" y="55839"/>
                </a:lnTo>
                <a:lnTo>
                  <a:pt x="3581335" y="48460"/>
                </a:lnTo>
                <a:lnTo>
                  <a:pt x="3503136" y="81009"/>
                </a:lnTo>
                <a:lnTo>
                  <a:pt x="3454046" y="73780"/>
                </a:lnTo>
                <a:lnTo>
                  <a:pt x="3375149" y="106619"/>
                </a:lnTo>
                <a:lnTo>
                  <a:pt x="3325720" y="99531"/>
                </a:lnTo>
                <a:lnTo>
                  <a:pt x="3166206" y="165926"/>
                </a:lnTo>
                <a:lnTo>
                  <a:pt x="3116262" y="159052"/>
                </a:lnTo>
                <a:lnTo>
                  <a:pt x="0" y="1456141"/>
                </a:lnTo>
                <a:lnTo>
                  <a:pt x="0" y="0"/>
                </a:lnTo>
                <a:close/>
              </a:path>
              <a:path w="6273800" h="1954530">
                <a:moveTo>
                  <a:pt x="60111" y="1929037"/>
                </a:moveTo>
                <a:lnTo>
                  <a:pt x="384895" y="1793851"/>
                </a:lnTo>
                <a:lnTo>
                  <a:pt x="353824" y="1834446"/>
                </a:lnTo>
                <a:lnTo>
                  <a:pt x="110219" y="1935842"/>
                </a:lnTo>
                <a:lnTo>
                  <a:pt x="60111" y="1929037"/>
                </a:lnTo>
                <a:close/>
              </a:path>
              <a:path w="6273800" h="1954530">
                <a:moveTo>
                  <a:pt x="0" y="1456141"/>
                </a:moveTo>
                <a:lnTo>
                  <a:pt x="2751074" y="311055"/>
                </a:lnTo>
                <a:lnTo>
                  <a:pt x="2719910" y="351689"/>
                </a:lnTo>
                <a:lnTo>
                  <a:pt x="2513998" y="437396"/>
                </a:lnTo>
                <a:lnTo>
                  <a:pt x="2482441" y="478193"/>
                </a:lnTo>
                <a:lnTo>
                  <a:pt x="2358000" y="529989"/>
                </a:lnTo>
                <a:lnTo>
                  <a:pt x="2326231" y="570875"/>
                </a:lnTo>
                <a:lnTo>
                  <a:pt x="2201210" y="622912"/>
                </a:lnTo>
                <a:lnTo>
                  <a:pt x="2169267" y="663870"/>
                </a:lnTo>
                <a:lnTo>
                  <a:pt x="2085645" y="698676"/>
                </a:lnTo>
                <a:lnTo>
                  <a:pt x="2053597" y="739678"/>
                </a:lnTo>
                <a:lnTo>
                  <a:pt x="2011706" y="757114"/>
                </a:lnTo>
                <a:lnTo>
                  <a:pt x="1979600" y="798139"/>
                </a:lnTo>
                <a:lnTo>
                  <a:pt x="1895689" y="833066"/>
                </a:lnTo>
                <a:lnTo>
                  <a:pt x="1863515" y="874120"/>
                </a:lnTo>
                <a:lnTo>
                  <a:pt x="1779489" y="909094"/>
                </a:lnTo>
                <a:lnTo>
                  <a:pt x="1747269" y="950167"/>
                </a:lnTo>
                <a:lnTo>
                  <a:pt x="1672986" y="1008748"/>
                </a:lnTo>
                <a:lnTo>
                  <a:pt x="1514556" y="1102354"/>
                </a:lnTo>
                <a:lnTo>
                  <a:pt x="1440262" y="1160939"/>
                </a:lnTo>
                <a:lnTo>
                  <a:pt x="1398220" y="1178439"/>
                </a:lnTo>
                <a:lnTo>
                  <a:pt x="1366003" y="1219510"/>
                </a:lnTo>
                <a:lnTo>
                  <a:pt x="1281986" y="1254481"/>
                </a:lnTo>
                <a:lnTo>
                  <a:pt x="1249817" y="1295533"/>
                </a:lnTo>
                <a:lnTo>
                  <a:pt x="1207856" y="1312998"/>
                </a:lnTo>
                <a:lnTo>
                  <a:pt x="1175732" y="1354031"/>
                </a:lnTo>
                <a:lnTo>
                  <a:pt x="1091936" y="1388910"/>
                </a:lnTo>
                <a:lnTo>
                  <a:pt x="1059897" y="1429908"/>
                </a:lnTo>
                <a:lnTo>
                  <a:pt x="976293" y="1464706"/>
                </a:lnTo>
                <a:lnTo>
                  <a:pt x="944360" y="1505660"/>
                </a:lnTo>
                <a:lnTo>
                  <a:pt x="819374" y="1557683"/>
                </a:lnTo>
                <a:lnTo>
                  <a:pt x="787618" y="1598563"/>
                </a:lnTo>
                <a:lnTo>
                  <a:pt x="663220" y="1650341"/>
                </a:lnTo>
                <a:lnTo>
                  <a:pt x="631679" y="1691132"/>
                </a:lnTo>
                <a:lnTo>
                  <a:pt x="0" y="1954057"/>
                </a:lnTo>
                <a:lnTo>
                  <a:pt x="0" y="1456141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7008" y="9676791"/>
            <a:ext cx="3067049" cy="57130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85241" y="14579"/>
            <a:ext cx="763058" cy="6997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82830" y="3230319"/>
            <a:ext cx="470534" cy="1018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303031" y="5457936"/>
            <a:ext cx="9681936" cy="1250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53" y="8129753"/>
            <a:ext cx="1755721" cy="215724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26320" y="8288631"/>
            <a:ext cx="1663334" cy="199836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1" y="0"/>
            <a:ext cx="6323330" cy="2045970"/>
          </a:xfrm>
          <a:custGeom>
            <a:avLst/>
            <a:gdLst/>
            <a:ahLst/>
            <a:cxnLst/>
            <a:rect l="l" t="t" r="r" b="b"/>
            <a:pathLst>
              <a:path w="6323330" h="2045970">
                <a:moveTo>
                  <a:pt x="0" y="0"/>
                </a:moveTo>
                <a:lnTo>
                  <a:pt x="6322783" y="0"/>
                </a:lnTo>
                <a:lnTo>
                  <a:pt x="6139402" y="78673"/>
                </a:lnTo>
                <a:lnTo>
                  <a:pt x="6083320" y="74944"/>
                </a:lnTo>
                <a:lnTo>
                  <a:pt x="5900454" y="153397"/>
                </a:lnTo>
                <a:lnTo>
                  <a:pt x="5845027" y="149387"/>
                </a:lnTo>
                <a:lnTo>
                  <a:pt x="5754828" y="188084"/>
                </a:lnTo>
                <a:lnTo>
                  <a:pt x="5701342" y="183242"/>
                </a:lnTo>
                <a:lnTo>
                  <a:pt x="5658497" y="201623"/>
                </a:lnTo>
                <a:lnTo>
                  <a:pt x="5554265" y="190762"/>
                </a:lnTo>
                <a:lnTo>
                  <a:pt x="5512955" y="208485"/>
                </a:lnTo>
                <a:lnTo>
                  <a:pt x="5361407" y="190134"/>
                </a:lnTo>
                <a:lnTo>
                  <a:pt x="5321722" y="207160"/>
                </a:lnTo>
                <a:lnTo>
                  <a:pt x="5077310" y="173071"/>
                </a:lnTo>
                <a:lnTo>
                  <a:pt x="4837392" y="137055"/>
                </a:lnTo>
                <a:lnTo>
                  <a:pt x="4683960" y="91724"/>
                </a:lnTo>
                <a:lnTo>
                  <a:pt x="4394754" y="49064"/>
                </a:lnTo>
                <a:lnTo>
                  <a:pt x="4197497" y="22534"/>
                </a:lnTo>
                <a:lnTo>
                  <a:pt x="4147349" y="16259"/>
                </a:lnTo>
                <a:lnTo>
                  <a:pt x="4106877" y="33623"/>
                </a:lnTo>
                <a:lnTo>
                  <a:pt x="4055911" y="27698"/>
                </a:lnTo>
                <a:lnTo>
                  <a:pt x="3960000" y="13268"/>
                </a:lnTo>
                <a:lnTo>
                  <a:pt x="3921907" y="29610"/>
                </a:lnTo>
                <a:lnTo>
                  <a:pt x="3873611" y="22541"/>
                </a:lnTo>
                <a:lnTo>
                  <a:pt x="3835253" y="38998"/>
                </a:lnTo>
                <a:lnTo>
                  <a:pt x="3786697" y="32040"/>
                </a:lnTo>
                <a:lnTo>
                  <a:pt x="3748082" y="48606"/>
                </a:lnTo>
                <a:lnTo>
                  <a:pt x="3699275" y="41756"/>
                </a:lnTo>
                <a:lnTo>
                  <a:pt x="3621434" y="75151"/>
                </a:lnTo>
                <a:lnTo>
                  <a:pt x="3572268" y="68455"/>
                </a:lnTo>
                <a:lnTo>
                  <a:pt x="3493732" y="102149"/>
                </a:lnTo>
                <a:lnTo>
                  <a:pt x="3444230" y="95597"/>
                </a:lnTo>
                <a:lnTo>
                  <a:pt x="3285444" y="163719"/>
                </a:lnTo>
                <a:lnTo>
                  <a:pt x="3235429" y="157387"/>
                </a:lnTo>
                <a:lnTo>
                  <a:pt x="0" y="1545443"/>
                </a:lnTo>
                <a:lnTo>
                  <a:pt x="0" y="0"/>
                </a:lnTo>
                <a:close/>
              </a:path>
              <a:path w="6323330" h="2045970">
                <a:moveTo>
                  <a:pt x="198658" y="1960419"/>
                </a:moveTo>
                <a:lnTo>
                  <a:pt x="521956" y="1821719"/>
                </a:lnTo>
                <a:lnTo>
                  <a:pt x="491327" y="1862648"/>
                </a:lnTo>
                <a:lnTo>
                  <a:pt x="248837" y="1966680"/>
                </a:lnTo>
                <a:lnTo>
                  <a:pt x="198658" y="1960419"/>
                </a:lnTo>
                <a:close/>
              </a:path>
              <a:path w="6323330" h="2045970">
                <a:moveTo>
                  <a:pt x="0" y="1545443"/>
                </a:moveTo>
                <a:lnTo>
                  <a:pt x="2871912" y="313342"/>
                </a:lnTo>
                <a:lnTo>
                  <a:pt x="2841190" y="354312"/>
                </a:lnTo>
                <a:lnTo>
                  <a:pt x="2636219" y="442248"/>
                </a:lnTo>
                <a:lnTo>
                  <a:pt x="2605107" y="483384"/>
                </a:lnTo>
                <a:lnTo>
                  <a:pt x="2481235" y="536528"/>
                </a:lnTo>
                <a:lnTo>
                  <a:pt x="2449912" y="577755"/>
                </a:lnTo>
                <a:lnTo>
                  <a:pt x="2325463" y="631146"/>
                </a:lnTo>
                <a:lnTo>
                  <a:pt x="2293966" y="672448"/>
                </a:lnTo>
                <a:lnTo>
                  <a:pt x="2210726" y="708159"/>
                </a:lnTo>
                <a:lnTo>
                  <a:pt x="2179125" y="749506"/>
                </a:lnTo>
                <a:lnTo>
                  <a:pt x="2137425" y="767396"/>
                </a:lnTo>
                <a:lnTo>
                  <a:pt x="2105767" y="808767"/>
                </a:lnTo>
                <a:lnTo>
                  <a:pt x="2022239" y="844601"/>
                </a:lnTo>
                <a:lnTo>
                  <a:pt x="1990513" y="886002"/>
                </a:lnTo>
                <a:lnTo>
                  <a:pt x="1906871" y="921885"/>
                </a:lnTo>
                <a:lnTo>
                  <a:pt x="1875098" y="963306"/>
                </a:lnTo>
                <a:lnTo>
                  <a:pt x="1801455" y="1022689"/>
                </a:lnTo>
                <a:lnTo>
                  <a:pt x="1644050" y="1118008"/>
                </a:lnTo>
                <a:lnTo>
                  <a:pt x="1570395" y="1177396"/>
                </a:lnTo>
                <a:lnTo>
                  <a:pt x="1528546" y="1195350"/>
                </a:lnTo>
                <a:lnTo>
                  <a:pt x="1496776" y="1236769"/>
                </a:lnTo>
                <a:lnTo>
                  <a:pt x="1413143" y="1272649"/>
                </a:lnTo>
                <a:lnTo>
                  <a:pt x="1381422" y="1314047"/>
                </a:lnTo>
                <a:lnTo>
                  <a:pt x="1339653" y="1331967"/>
                </a:lnTo>
                <a:lnTo>
                  <a:pt x="1307975" y="1373346"/>
                </a:lnTo>
                <a:lnTo>
                  <a:pt x="1224563" y="1409131"/>
                </a:lnTo>
                <a:lnTo>
                  <a:pt x="1192971" y="1450474"/>
                </a:lnTo>
                <a:lnTo>
                  <a:pt x="1109749" y="1486178"/>
                </a:lnTo>
                <a:lnTo>
                  <a:pt x="1078263" y="1527475"/>
                </a:lnTo>
                <a:lnTo>
                  <a:pt x="953848" y="1580851"/>
                </a:lnTo>
                <a:lnTo>
                  <a:pt x="922537" y="1622073"/>
                </a:lnTo>
                <a:lnTo>
                  <a:pt x="798708" y="1675198"/>
                </a:lnTo>
                <a:lnTo>
                  <a:pt x="767611" y="1716328"/>
                </a:lnTo>
                <a:lnTo>
                  <a:pt x="0" y="2045647"/>
                </a:lnTo>
                <a:lnTo>
                  <a:pt x="0" y="1545443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7008" y="9676791"/>
            <a:ext cx="3067049" cy="57130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85241" y="14579"/>
            <a:ext cx="763058" cy="69979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228934" y="1270551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4" h="462914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5867428" y="1186290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4" h="462914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641116" y="1116462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5" h="462915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933708" y="5258542"/>
            <a:ext cx="14537690" cy="19050"/>
          </a:xfrm>
          <a:custGeom>
            <a:avLst/>
            <a:gdLst/>
            <a:ahLst/>
            <a:cxnLst/>
            <a:rect l="l" t="t" r="r" b="b"/>
            <a:pathLst>
              <a:path w="14537690" h="19050">
                <a:moveTo>
                  <a:pt x="0" y="19025"/>
                </a:moveTo>
                <a:lnTo>
                  <a:pt x="1453707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6394512" y="5201492"/>
            <a:ext cx="76835" cy="114300"/>
          </a:xfrm>
          <a:custGeom>
            <a:avLst/>
            <a:gdLst/>
            <a:ahLst/>
            <a:cxnLst/>
            <a:rect l="l" t="t" r="r" b="b"/>
            <a:pathLst>
              <a:path w="76834" h="114300">
                <a:moveTo>
                  <a:pt x="0" y="0"/>
                </a:moveTo>
                <a:lnTo>
                  <a:pt x="76274" y="57050"/>
                </a:lnTo>
                <a:lnTo>
                  <a:pt x="149" y="1142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3385035" y="1120016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5" h="462915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2112935" y="1867618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1" y="3002428"/>
                </a:lnTo>
                <a:lnTo>
                  <a:pt x="74064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3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4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7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2" y="72534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7" y="247649"/>
                </a:lnTo>
                <a:lnTo>
                  <a:pt x="2796777" y="2645396"/>
                </a:lnTo>
                <a:lnTo>
                  <a:pt x="1398388" y="2645396"/>
                </a:lnTo>
                <a:lnTo>
                  <a:pt x="1350933" y="2646965"/>
                </a:lnTo>
                <a:lnTo>
                  <a:pt x="1303635" y="2651673"/>
                </a:lnTo>
                <a:lnTo>
                  <a:pt x="1256653" y="2659519"/>
                </a:lnTo>
                <a:lnTo>
                  <a:pt x="1210144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2" y="2670504"/>
                </a:lnTo>
                <a:lnTo>
                  <a:pt x="1540124" y="2659519"/>
                </a:lnTo>
                <a:lnTo>
                  <a:pt x="1493141" y="2651673"/>
                </a:lnTo>
                <a:lnTo>
                  <a:pt x="1445844" y="2646965"/>
                </a:lnTo>
                <a:lnTo>
                  <a:pt x="1398388" y="2645396"/>
                </a:lnTo>
                <a:lnTo>
                  <a:pt x="2796777" y="2645396"/>
                </a:lnTo>
                <a:lnTo>
                  <a:pt x="2796777" y="2838449"/>
                </a:lnTo>
                <a:lnTo>
                  <a:pt x="2791740" y="2880333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5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 rot="720000">
            <a:off x="5071347" y="3035172"/>
            <a:ext cx="958824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25"/>
              </a:lnSpc>
            </a:pPr>
            <a:r>
              <a:rPr dirty="0" sz="6500" spc="-60">
                <a:solidFill>
                  <a:srgbClr val="FFFAE8"/>
                </a:solidFill>
                <a:latin typeface="Tahoma"/>
                <a:cs typeface="Tahoma"/>
              </a:rPr>
              <a:t>B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 rot="660000">
            <a:off x="5454709" y="3102372"/>
            <a:ext cx="848626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0"/>
              </a:lnSpc>
            </a:pPr>
            <a:r>
              <a:rPr dirty="0" sz="6500" spc="-60">
                <a:solidFill>
                  <a:srgbClr val="FFFAE8"/>
                </a:solidFill>
                <a:latin typeface="Tahoma"/>
                <a:cs typeface="Tahoma"/>
              </a:rPr>
              <a:t>i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 rot="600000">
            <a:off x="5681815" y="3149010"/>
            <a:ext cx="886003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20"/>
              </a:lnSpc>
            </a:pPr>
            <a:r>
              <a:rPr dirty="0" sz="6500" spc="65">
                <a:solidFill>
                  <a:srgbClr val="FFFAE8"/>
                </a:solidFill>
                <a:latin typeface="Tahoma"/>
                <a:cs typeface="Tahoma"/>
              </a:rPr>
              <a:t>r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 rot="540000">
            <a:off x="5995249" y="3203306"/>
            <a:ext cx="891804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25"/>
              </a:lnSpc>
            </a:pPr>
            <a:r>
              <a:rPr dirty="0" sz="6500" spc="340">
                <a:solidFill>
                  <a:srgbClr val="FFFAE8"/>
                </a:solidFill>
                <a:latin typeface="Tahoma"/>
                <a:cs typeface="Tahoma"/>
              </a:rPr>
              <a:t>t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 rot="420000">
            <a:off x="6354544" y="3263880"/>
            <a:ext cx="954679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285"/>
              </a:lnSpc>
            </a:pPr>
            <a:r>
              <a:rPr dirty="0" sz="6500" spc="-50">
                <a:solidFill>
                  <a:srgbClr val="FFFAE8"/>
                </a:solidFill>
                <a:latin typeface="Tahoma"/>
                <a:cs typeface="Tahoma"/>
              </a:rPr>
              <a:t>h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 rot="360000">
            <a:off x="6815053" y="3321000"/>
            <a:ext cx="954046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10"/>
              </a:lnSpc>
            </a:pPr>
            <a:r>
              <a:rPr dirty="0" sz="6500" spc="20">
                <a:solidFill>
                  <a:srgbClr val="FFFAE8"/>
                </a:solidFill>
                <a:latin typeface="Tahoma"/>
                <a:cs typeface="Tahoma"/>
              </a:rPr>
              <a:t>d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 rot="240000">
            <a:off x="7280579" y="3368688"/>
            <a:ext cx="962048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285"/>
              </a:lnSpc>
            </a:pPr>
            <a:r>
              <a:rPr dirty="0" sz="6500" spc="254">
                <a:solidFill>
                  <a:srgbClr val="FFFAE8"/>
                </a:solidFill>
                <a:latin typeface="Tahoma"/>
                <a:cs typeface="Tahoma"/>
              </a:rPr>
              <a:t>a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 rot="180000">
            <a:off x="7744573" y="3400651"/>
            <a:ext cx="935661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10"/>
              </a:lnSpc>
            </a:pPr>
            <a:r>
              <a:rPr dirty="0" sz="6500" spc="75">
                <a:solidFill>
                  <a:srgbClr val="FFFAE8"/>
                </a:solidFill>
                <a:latin typeface="Tahoma"/>
                <a:cs typeface="Tahoma"/>
              </a:rPr>
              <a:t>y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 rot="60000">
            <a:off x="8364240" y="3427570"/>
            <a:ext cx="968260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10"/>
              </a:lnSpc>
            </a:pPr>
            <a:r>
              <a:rPr dirty="0" sz="6500" spc="-50">
                <a:solidFill>
                  <a:srgbClr val="FFFAE8"/>
                </a:solidFill>
                <a:latin typeface="Tahoma"/>
                <a:cs typeface="Tahoma"/>
              </a:rPr>
              <a:t>C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82830" y="3230319"/>
            <a:ext cx="470534" cy="1018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500" spc="-50">
                <a:solidFill>
                  <a:srgbClr val="FFFAE8"/>
                </a:solidFill>
                <a:latin typeface="Tahoma"/>
                <a:cs typeface="Tahoma"/>
              </a:rPr>
              <a:t>e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 rot="21540000">
            <a:off x="9208697" y="3428530"/>
            <a:ext cx="848626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0"/>
              </a:lnSpc>
            </a:pPr>
            <a:r>
              <a:rPr dirty="0" sz="6500" spc="-60">
                <a:solidFill>
                  <a:srgbClr val="FFFAE8"/>
                </a:solidFill>
                <a:latin typeface="Tahoma"/>
                <a:cs typeface="Tahoma"/>
              </a:rPr>
              <a:t>l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 rot="21480000">
            <a:off x="9477455" y="3419631"/>
            <a:ext cx="939845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5"/>
              </a:lnSpc>
            </a:pPr>
            <a:r>
              <a:rPr dirty="0" sz="6500" spc="-50">
                <a:solidFill>
                  <a:srgbClr val="FFFAE8"/>
                </a:solidFill>
                <a:latin typeface="Tahoma"/>
                <a:cs typeface="Tahoma"/>
              </a:rPr>
              <a:t>e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 rot="21420000">
            <a:off x="9929685" y="3396952"/>
            <a:ext cx="967601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40"/>
              </a:lnSpc>
            </a:pPr>
            <a:r>
              <a:rPr dirty="0" sz="6500" spc="200">
                <a:solidFill>
                  <a:srgbClr val="FFFAE8"/>
                </a:solidFill>
                <a:latin typeface="Tahoma"/>
                <a:cs typeface="Tahoma"/>
              </a:rPr>
              <a:t>b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 rot="21360000">
            <a:off x="10367975" y="3366538"/>
            <a:ext cx="890624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40"/>
              </a:lnSpc>
            </a:pPr>
            <a:r>
              <a:rPr dirty="0" sz="6500" spc="65">
                <a:solidFill>
                  <a:srgbClr val="FFFAE8"/>
                </a:solidFill>
                <a:latin typeface="Tahoma"/>
                <a:cs typeface="Tahoma"/>
              </a:rPr>
              <a:t>r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 rot="21240000">
            <a:off x="10727992" y="3327171"/>
            <a:ext cx="955949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5"/>
              </a:lnSpc>
            </a:pPr>
            <a:r>
              <a:rPr dirty="0" sz="6500" spc="254">
                <a:solidFill>
                  <a:srgbClr val="FFFAE8"/>
                </a:solidFill>
                <a:latin typeface="Tahoma"/>
                <a:cs typeface="Tahoma"/>
              </a:rPr>
              <a:t>a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 rot="21180000">
            <a:off x="11158191" y="3279100"/>
            <a:ext cx="894192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5"/>
              </a:lnSpc>
            </a:pPr>
            <a:r>
              <a:rPr dirty="0" sz="6500" spc="340">
                <a:solidFill>
                  <a:srgbClr val="FFFAE8"/>
                </a:solidFill>
                <a:latin typeface="Tahoma"/>
                <a:cs typeface="Tahoma"/>
              </a:rPr>
              <a:t>t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 rot="21120000">
            <a:off x="11436089" y="3242769"/>
            <a:ext cx="849914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5"/>
              </a:lnSpc>
            </a:pPr>
            <a:r>
              <a:rPr dirty="0" sz="6500" spc="-50">
                <a:solidFill>
                  <a:srgbClr val="FFFAE8"/>
                </a:solidFill>
                <a:latin typeface="Tahoma"/>
                <a:cs typeface="Tahoma"/>
              </a:rPr>
              <a:t>i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 rot="21060000">
            <a:off x="11707673" y="3192552"/>
            <a:ext cx="954046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40"/>
              </a:lnSpc>
            </a:pPr>
            <a:r>
              <a:rPr dirty="0" sz="6500" spc="90">
                <a:solidFill>
                  <a:srgbClr val="FFFAE8"/>
                </a:solidFill>
                <a:latin typeface="Tahoma"/>
                <a:cs typeface="Tahoma"/>
              </a:rPr>
              <a:t>o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 rot="21000000">
            <a:off x="12164074" y="3111222"/>
            <a:ext cx="955631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45"/>
              </a:lnSpc>
            </a:pPr>
            <a:r>
              <a:rPr dirty="0" sz="6500" spc="-50">
                <a:solidFill>
                  <a:srgbClr val="FFFAE8"/>
                </a:solidFill>
                <a:latin typeface="Tahoma"/>
                <a:cs typeface="Tahoma"/>
              </a:rPr>
              <a:t>n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 rot="20880000">
            <a:off x="12598695" y="3024687"/>
            <a:ext cx="913316" cy="825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335"/>
              </a:lnSpc>
            </a:pPr>
            <a:r>
              <a:rPr dirty="0" sz="6500" spc="35">
                <a:solidFill>
                  <a:srgbClr val="FFFAE8"/>
                </a:solidFill>
                <a:latin typeface="Tahoma"/>
                <a:cs typeface="Tahoma"/>
              </a:rPr>
              <a:t>s</a:t>
            </a:r>
            <a:endParaRPr sz="65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algn="ctr" marL="12700" marR="5080" indent="-635">
              <a:lnSpc>
                <a:spcPts val="3150"/>
              </a:lnSpc>
              <a:spcBef>
                <a:spcPts val="365"/>
              </a:spcBef>
            </a:pPr>
            <a:r>
              <a:rPr dirty="0" sz="2750" spc="95">
                <a:latin typeface="Verdana"/>
                <a:cs typeface="Verdana"/>
              </a:rPr>
              <a:t>Wishing</a:t>
            </a:r>
            <a:r>
              <a:rPr dirty="0" sz="2750" spc="-215">
                <a:latin typeface="Verdana"/>
                <a:cs typeface="Verdana"/>
              </a:rPr>
              <a:t> </a:t>
            </a:r>
            <a:r>
              <a:rPr dirty="0" sz="2750">
                <a:latin typeface="Verdana"/>
                <a:cs typeface="Verdana"/>
              </a:rPr>
              <a:t>you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-25">
                <a:latin typeface="Verdana"/>
                <a:cs typeface="Verdana"/>
              </a:rPr>
              <a:t>a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-85">
                <a:latin typeface="Verdana"/>
                <a:cs typeface="Verdana"/>
              </a:rPr>
              <a:t>very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60">
                <a:latin typeface="Verdana"/>
                <a:cs typeface="Verdana"/>
              </a:rPr>
              <a:t>happy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-25">
                <a:latin typeface="Verdana"/>
                <a:cs typeface="Verdana"/>
              </a:rPr>
              <a:t>birthday.</a:t>
            </a:r>
            <a:r>
              <a:rPr dirty="0" sz="2750" spc="-215">
                <a:latin typeface="Verdana"/>
                <a:cs typeface="Verdana"/>
              </a:rPr>
              <a:t> </a:t>
            </a:r>
            <a:r>
              <a:rPr dirty="0" sz="2750" spc="60">
                <a:latin typeface="Verdana"/>
                <a:cs typeface="Verdana"/>
              </a:rPr>
              <a:t>May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-10">
                <a:latin typeface="Verdana"/>
                <a:cs typeface="Verdana"/>
              </a:rPr>
              <a:t>your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>
                <a:latin typeface="Verdana"/>
                <a:cs typeface="Verdana"/>
              </a:rPr>
              <a:t>day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70">
                <a:latin typeface="Verdana"/>
                <a:cs typeface="Verdana"/>
              </a:rPr>
              <a:t>be </a:t>
            </a:r>
            <a:r>
              <a:rPr dirty="0" sz="2750">
                <a:latin typeface="Verdana"/>
                <a:cs typeface="Verdana"/>
              </a:rPr>
              <a:t>filled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80">
                <a:latin typeface="Verdana"/>
                <a:cs typeface="Verdana"/>
              </a:rPr>
              <a:t>with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 spc="-175">
                <a:latin typeface="Verdana"/>
                <a:cs typeface="Verdana"/>
              </a:rPr>
              <a:t>joy,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 spc="90">
                <a:latin typeface="Verdana"/>
                <a:cs typeface="Verdana"/>
              </a:rPr>
              <a:t>and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 spc="60">
                <a:latin typeface="Verdana"/>
                <a:cs typeface="Verdana"/>
              </a:rPr>
              <a:t>the</a:t>
            </a:r>
            <a:r>
              <a:rPr dirty="0" sz="2750" spc="-210">
                <a:latin typeface="Verdana"/>
                <a:cs typeface="Verdana"/>
              </a:rPr>
              <a:t> </a:t>
            </a:r>
            <a:r>
              <a:rPr dirty="0" sz="2750" spc="-55">
                <a:latin typeface="Verdana"/>
                <a:cs typeface="Verdana"/>
              </a:rPr>
              <a:t>year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 spc="55">
                <a:latin typeface="Verdana"/>
                <a:cs typeface="Verdana"/>
              </a:rPr>
              <a:t>ahead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 spc="80">
                <a:latin typeface="Verdana"/>
                <a:cs typeface="Verdana"/>
              </a:rPr>
              <a:t>bring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>
                <a:latin typeface="Verdana"/>
                <a:cs typeface="Verdana"/>
              </a:rPr>
              <a:t>you</a:t>
            </a:r>
            <a:r>
              <a:rPr dirty="0" sz="2750" spc="-204">
                <a:latin typeface="Verdana"/>
                <a:cs typeface="Verdana"/>
              </a:rPr>
              <a:t> </a:t>
            </a:r>
            <a:r>
              <a:rPr dirty="0" sz="2750" spc="75">
                <a:latin typeface="Verdana"/>
                <a:cs typeface="Verdana"/>
              </a:rPr>
              <a:t>continued </a:t>
            </a:r>
            <a:r>
              <a:rPr dirty="0" sz="2750" spc="-10">
                <a:latin typeface="Verdana"/>
                <a:cs typeface="Verdana"/>
              </a:rPr>
              <a:t>success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29830" y="2256751"/>
            <a:ext cx="911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Umesh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75383" y="1328852"/>
            <a:ext cx="33528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00">
                <a:solidFill>
                  <a:srgbClr val="13376F"/>
                </a:solidFill>
                <a:latin typeface="Arial Black"/>
                <a:cs typeface="Arial Black"/>
              </a:rPr>
              <a:t>01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17236" y="1259024"/>
            <a:ext cx="32829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20">
                <a:solidFill>
                  <a:srgbClr val="13376F"/>
                </a:solidFill>
                <a:latin typeface="Arial Black"/>
                <a:cs typeface="Arial Black"/>
              </a:rPr>
              <a:t>07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290923" y="1181871"/>
            <a:ext cx="33528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00">
                <a:solidFill>
                  <a:srgbClr val="13376F"/>
                </a:solidFill>
                <a:latin typeface="Arial Black"/>
                <a:cs typeface="Arial Black"/>
              </a:rPr>
              <a:t>10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034842" y="1181871"/>
            <a:ext cx="28130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365">
                <a:solidFill>
                  <a:srgbClr val="13376F"/>
                </a:solidFill>
                <a:latin typeface="Arial Black"/>
                <a:cs typeface="Arial Black"/>
              </a:rPr>
              <a:t>17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867428" y="1867618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2" y="3002428"/>
                </a:lnTo>
                <a:lnTo>
                  <a:pt x="74064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3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4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7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3" y="72534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7" y="247649"/>
                </a:lnTo>
                <a:lnTo>
                  <a:pt x="2796777" y="2645396"/>
                </a:lnTo>
                <a:lnTo>
                  <a:pt x="1398388" y="2645396"/>
                </a:lnTo>
                <a:lnTo>
                  <a:pt x="1350933" y="2646965"/>
                </a:lnTo>
                <a:lnTo>
                  <a:pt x="1303635" y="2651673"/>
                </a:lnTo>
                <a:lnTo>
                  <a:pt x="1256653" y="2659519"/>
                </a:lnTo>
                <a:lnTo>
                  <a:pt x="1210145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2" y="2670504"/>
                </a:lnTo>
                <a:lnTo>
                  <a:pt x="1540124" y="2659519"/>
                </a:lnTo>
                <a:lnTo>
                  <a:pt x="1493142" y="2651673"/>
                </a:lnTo>
                <a:lnTo>
                  <a:pt x="1445844" y="2646965"/>
                </a:lnTo>
                <a:lnTo>
                  <a:pt x="1398388" y="2645396"/>
                </a:lnTo>
                <a:lnTo>
                  <a:pt x="2796777" y="2645396"/>
                </a:lnTo>
                <a:lnTo>
                  <a:pt x="2796777" y="2838449"/>
                </a:lnTo>
                <a:lnTo>
                  <a:pt x="2791740" y="2880333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5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626231" y="1867618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2" y="3002428"/>
                </a:lnTo>
                <a:lnTo>
                  <a:pt x="74065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3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4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8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3" y="72534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8" y="247649"/>
                </a:lnTo>
                <a:lnTo>
                  <a:pt x="2796778" y="2645396"/>
                </a:lnTo>
                <a:lnTo>
                  <a:pt x="1398389" y="2645396"/>
                </a:lnTo>
                <a:lnTo>
                  <a:pt x="1350933" y="2646965"/>
                </a:lnTo>
                <a:lnTo>
                  <a:pt x="1303636" y="2651673"/>
                </a:lnTo>
                <a:lnTo>
                  <a:pt x="1256654" y="2659519"/>
                </a:lnTo>
                <a:lnTo>
                  <a:pt x="1210145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2" y="2670504"/>
                </a:lnTo>
                <a:lnTo>
                  <a:pt x="1540124" y="2659519"/>
                </a:lnTo>
                <a:lnTo>
                  <a:pt x="1493142" y="2651673"/>
                </a:lnTo>
                <a:lnTo>
                  <a:pt x="1445844" y="2646965"/>
                </a:lnTo>
                <a:lnTo>
                  <a:pt x="1398389" y="2645396"/>
                </a:lnTo>
                <a:lnTo>
                  <a:pt x="2796778" y="2645396"/>
                </a:lnTo>
                <a:lnTo>
                  <a:pt x="2796778" y="2838449"/>
                </a:lnTo>
                <a:lnTo>
                  <a:pt x="2791741" y="2880333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5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385034" y="1867618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1" y="3002428"/>
                </a:lnTo>
                <a:lnTo>
                  <a:pt x="74064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3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4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7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2" y="72534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8" y="247649"/>
                </a:lnTo>
                <a:lnTo>
                  <a:pt x="2796778" y="2645396"/>
                </a:lnTo>
                <a:lnTo>
                  <a:pt x="1398389" y="2645396"/>
                </a:lnTo>
                <a:lnTo>
                  <a:pt x="1350933" y="2646965"/>
                </a:lnTo>
                <a:lnTo>
                  <a:pt x="1303635" y="2651673"/>
                </a:lnTo>
                <a:lnTo>
                  <a:pt x="1256653" y="2659519"/>
                </a:lnTo>
                <a:lnTo>
                  <a:pt x="1210145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3" y="2670504"/>
                </a:lnTo>
                <a:lnTo>
                  <a:pt x="1540124" y="2659519"/>
                </a:lnTo>
                <a:lnTo>
                  <a:pt x="1493142" y="2651673"/>
                </a:lnTo>
                <a:lnTo>
                  <a:pt x="1445844" y="2646965"/>
                </a:lnTo>
                <a:lnTo>
                  <a:pt x="1398389" y="2645396"/>
                </a:lnTo>
                <a:lnTo>
                  <a:pt x="2796777" y="2645396"/>
                </a:lnTo>
                <a:lnTo>
                  <a:pt x="2796777" y="2838449"/>
                </a:lnTo>
                <a:lnTo>
                  <a:pt x="2791740" y="2880333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6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228934" y="5633848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4" h="462914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67428" y="5549588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4" h="462914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641116" y="5479760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5" h="462914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3385035" y="5483314"/>
            <a:ext cx="462915" cy="462915"/>
          </a:xfrm>
          <a:custGeom>
            <a:avLst/>
            <a:gdLst/>
            <a:ahLst/>
            <a:cxnLst/>
            <a:rect l="l" t="t" r="r" b="b"/>
            <a:pathLst>
              <a:path w="462915" h="462914">
                <a:moveTo>
                  <a:pt x="301170" y="462408"/>
                </a:moveTo>
                <a:lnTo>
                  <a:pt x="160611" y="462408"/>
                </a:lnTo>
                <a:lnTo>
                  <a:pt x="212211" y="276300"/>
                </a:lnTo>
                <a:lnTo>
                  <a:pt x="117179" y="444215"/>
                </a:lnTo>
                <a:lnTo>
                  <a:pt x="17826" y="344862"/>
                </a:lnTo>
                <a:lnTo>
                  <a:pt x="185979" y="249700"/>
                </a:lnTo>
                <a:lnTo>
                  <a:pt x="0" y="301300"/>
                </a:lnTo>
                <a:lnTo>
                  <a:pt x="0" y="160741"/>
                </a:lnTo>
                <a:lnTo>
                  <a:pt x="186216" y="212340"/>
                </a:lnTo>
                <a:lnTo>
                  <a:pt x="18193" y="117309"/>
                </a:lnTo>
                <a:lnTo>
                  <a:pt x="117546" y="17826"/>
                </a:lnTo>
                <a:lnTo>
                  <a:pt x="212837" y="186216"/>
                </a:lnTo>
                <a:lnTo>
                  <a:pt x="161108" y="0"/>
                </a:lnTo>
                <a:lnTo>
                  <a:pt x="301797" y="0"/>
                </a:lnTo>
                <a:lnTo>
                  <a:pt x="250197" y="186108"/>
                </a:lnTo>
                <a:lnTo>
                  <a:pt x="345099" y="18193"/>
                </a:lnTo>
                <a:lnTo>
                  <a:pt x="444582" y="117676"/>
                </a:lnTo>
                <a:lnTo>
                  <a:pt x="276559" y="212708"/>
                </a:lnTo>
                <a:lnTo>
                  <a:pt x="462408" y="161238"/>
                </a:lnTo>
                <a:lnTo>
                  <a:pt x="462408" y="301797"/>
                </a:lnTo>
                <a:lnTo>
                  <a:pt x="276300" y="250197"/>
                </a:lnTo>
                <a:lnTo>
                  <a:pt x="444215" y="345229"/>
                </a:lnTo>
                <a:lnTo>
                  <a:pt x="344732" y="444582"/>
                </a:lnTo>
                <a:lnTo>
                  <a:pt x="249571" y="276300"/>
                </a:lnTo>
                <a:lnTo>
                  <a:pt x="301170" y="462408"/>
                </a:lnTo>
                <a:close/>
              </a:path>
            </a:pathLst>
          </a:custGeom>
          <a:solidFill>
            <a:srgbClr val="1337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112935" y="6230915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1" y="3002428"/>
                </a:lnTo>
                <a:lnTo>
                  <a:pt x="74064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2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5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7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2" y="72535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7" y="247649"/>
                </a:lnTo>
                <a:lnTo>
                  <a:pt x="2796777" y="2645396"/>
                </a:lnTo>
                <a:lnTo>
                  <a:pt x="1398388" y="2645396"/>
                </a:lnTo>
                <a:lnTo>
                  <a:pt x="1350933" y="2646965"/>
                </a:lnTo>
                <a:lnTo>
                  <a:pt x="1303635" y="2651673"/>
                </a:lnTo>
                <a:lnTo>
                  <a:pt x="1256653" y="2659519"/>
                </a:lnTo>
                <a:lnTo>
                  <a:pt x="1210144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2" y="2670504"/>
                </a:lnTo>
                <a:lnTo>
                  <a:pt x="1540124" y="2659519"/>
                </a:lnTo>
                <a:lnTo>
                  <a:pt x="1493141" y="2651673"/>
                </a:lnTo>
                <a:lnTo>
                  <a:pt x="1445844" y="2646965"/>
                </a:lnTo>
                <a:lnTo>
                  <a:pt x="1398388" y="2645396"/>
                </a:lnTo>
                <a:lnTo>
                  <a:pt x="2796777" y="2645396"/>
                </a:lnTo>
                <a:lnTo>
                  <a:pt x="2796777" y="2838449"/>
                </a:lnTo>
                <a:lnTo>
                  <a:pt x="2791740" y="2880332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5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329830" y="6620049"/>
            <a:ext cx="9112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5">
                <a:solidFill>
                  <a:srgbClr val="FFFFFF"/>
                </a:solidFill>
                <a:latin typeface="Lucida Sans Unicode"/>
                <a:cs typeface="Lucida Sans Unicode"/>
              </a:rPr>
              <a:t>Umesh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882824" y="5692150"/>
            <a:ext cx="32004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60">
                <a:solidFill>
                  <a:srgbClr val="13376F"/>
                </a:solidFill>
                <a:latin typeface="Arial Black"/>
                <a:cs typeface="Arial Black"/>
              </a:rPr>
              <a:t>19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25620" y="5622322"/>
            <a:ext cx="31178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85">
                <a:solidFill>
                  <a:srgbClr val="13376F"/>
                </a:solidFill>
                <a:latin typeface="Arial Black"/>
                <a:cs typeface="Arial Black"/>
              </a:rPr>
              <a:t>22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296976" y="5545169"/>
            <a:ext cx="32321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40">
                <a:solidFill>
                  <a:srgbClr val="13376F"/>
                </a:solidFill>
                <a:latin typeface="Arial Black"/>
                <a:cs typeface="Arial Black"/>
              </a:rPr>
              <a:t>25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008399" y="5545169"/>
            <a:ext cx="33464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95">
                <a:solidFill>
                  <a:srgbClr val="13376F"/>
                </a:solidFill>
                <a:latin typeface="Arial Black"/>
                <a:cs typeface="Arial Black"/>
              </a:rPr>
              <a:t>29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867428" y="6230915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2" y="3002428"/>
                </a:lnTo>
                <a:lnTo>
                  <a:pt x="74064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3"/>
                </a:lnTo>
                <a:lnTo>
                  <a:pt x="0" y="2838450"/>
                </a:lnTo>
                <a:lnTo>
                  <a:pt x="0" y="247650"/>
                </a:lnTo>
                <a:lnTo>
                  <a:pt x="5031" y="197740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5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50" y="0"/>
                </a:lnTo>
                <a:lnTo>
                  <a:pt x="2549127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3" y="72535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40"/>
                </a:lnTo>
                <a:lnTo>
                  <a:pt x="2796778" y="247650"/>
                </a:lnTo>
                <a:lnTo>
                  <a:pt x="2796778" y="2645396"/>
                </a:lnTo>
                <a:lnTo>
                  <a:pt x="1398389" y="2645396"/>
                </a:lnTo>
                <a:lnTo>
                  <a:pt x="1350933" y="2646965"/>
                </a:lnTo>
                <a:lnTo>
                  <a:pt x="1303636" y="2651673"/>
                </a:lnTo>
                <a:lnTo>
                  <a:pt x="1256653" y="2659519"/>
                </a:lnTo>
                <a:lnTo>
                  <a:pt x="1210145" y="2670505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2" y="2670505"/>
                </a:lnTo>
                <a:lnTo>
                  <a:pt x="1540124" y="2659519"/>
                </a:lnTo>
                <a:lnTo>
                  <a:pt x="1493142" y="2651673"/>
                </a:lnTo>
                <a:lnTo>
                  <a:pt x="1445844" y="2646965"/>
                </a:lnTo>
                <a:lnTo>
                  <a:pt x="1398389" y="2645396"/>
                </a:lnTo>
                <a:lnTo>
                  <a:pt x="2796777" y="2645396"/>
                </a:lnTo>
                <a:lnTo>
                  <a:pt x="2796777" y="2838450"/>
                </a:lnTo>
                <a:lnTo>
                  <a:pt x="2791740" y="2880333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6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9626231" y="6230915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2" y="3002428"/>
                </a:lnTo>
                <a:lnTo>
                  <a:pt x="74065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2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5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8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3" y="72535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8" y="247649"/>
                </a:lnTo>
                <a:lnTo>
                  <a:pt x="2796778" y="2645396"/>
                </a:lnTo>
                <a:lnTo>
                  <a:pt x="1398389" y="2645396"/>
                </a:lnTo>
                <a:lnTo>
                  <a:pt x="1350933" y="2646965"/>
                </a:lnTo>
                <a:lnTo>
                  <a:pt x="1303636" y="2651673"/>
                </a:lnTo>
                <a:lnTo>
                  <a:pt x="1256654" y="2659519"/>
                </a:lnTo>
                <a:lnTo>
                  <a:pt x="1210145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2" y="2670504"/>
                </a:lnTo>
                <a:lnTo>
                  <a:pt x="1540124" y="2659519"/>
                </a:lnTo>
                <a:lnTo>
                  <a:pt x="1493142" y="2651673"/>
                </a:lnTo>
                <a:lnTo>
                  <a:pt x="1445844" y="2646965"/>
                </a:lnTo>
                <a:lnTo>
                  <a:pt x="1398389" y="2645396"/>
                </a:lnTo>
                <a:lnTo>
                  <a:pt x="2796778" y="2645396"/>
                </a:lnTo>
                <a:lnTo>
                  <a:pt x="2796778" y="2838449"/>
                </a:lnTo>
                <a:lnTo>
                  <a:pt x="2791741" y="2880332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5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3385034" y="6230915"/>
            <a:ext cx="2797175" cy="3014345"/>
          </a:xfrm>
          <a:custGeom>
            <a:avLst/>
            <a:gdLst/>
            <a:ahLst/>
            <a:cxnLst/>
            <a:rect l="l" t="t" r="r" b="b"/>
            <a:pathLst>
              <a:path w="2797175" h="3014345">
                <a:moveTo>
                  <a:pt x="192884" y="3014259"/>
                </a:moveTo>
                <a:lnTo>
                  <a:pt x="151286" y="3013194"/>
                </a:lnTo>
                <a:lnTo>
                  <a:pt x="111091" y="3002428"/>
                </a:lnTo>
                <a:lnTo>
                  <a:pt x="74064" y="2982215"/>
                </a:lnTo>
                <a:lnTo>
                  <a:pt x="42885" y="2953800"/>
                </a:lnTo>
                <a:lnTo>
                  <a:pt x="19604" y="2919311"/>
                </a:lnTo>
                <a:lnTo>
                  <a:pt x="5037" y="2880332"/>
                </a:lnTo>
                <a:lnTo>
                  <a:pt x="0" y="2838449"/>
                </a:lnTo>
                <a:lnTo>
                  <a:pt x="0" y="247649"/>
                </a:lnTo>
                <a:lnTo>
                  <a:pt x="5031" y="197739"/>
                </a:lnTo>
                <a:lnTo>
                  <a:pt x="19461" y="151253"/>
                </a:lnTo>
                <a:lnTo>
                  <a:pt x="42294" y="109186"/>
                </a:lnTo>
                <a:lnTo>
                  <a:pt x="72535" y="72535"/>
                </a:lnTo>
                <a:lnTo>
                  <a:pt x="109186" y="42294"/>
                </a:lnTo>
                <a:lnTo>
                  <a:pt x="151253" y="19461"/>
                </a:lnTo>
                <a:lnTo>
                  <a:pt x="197739" y="5031"/>
                </a:lnTo>
                <a:lnTo>
                  <a:pt x="247649" y="0"/>
                </a:lnTo>
                <a:lnTo>
                  <a:pt x="2549127" y="0"/>
                </a:lnTo>
                <a:lnTo>
                  <a:pt x="2599038" y="5031"/>
                </a:lnTo>
                <a:lnTo>
                  <a:pt x="2645524" y="19461"/>
                </a:lnTo>
                <a:lnTo>
                  <a:pt x="2687591" y="42294"/>
                </a:lnTo>
                <a:lnTo>
                  <a:pt x="2724242" y="72535"/>
                </a:lnTo>
                <a:lnTo>
                  <a:pt x="2754483" y="109186"/>
                </a:lnTo>
                <a:lnTo>
                  <a:pt x="2777316" y="151253"/>
                </a:lnTo>
                <a:lnTo>
                  <a:pt x="2791746" y="197739"/>
                </a:lnTo>
                <a:lnTo>
                  <a:pt x="2796777" y="247649"/>
                </a:lnTo>
                <a:lnTo>
                  <a:pt x="2796777" y="2645396"/>
                </a:lnTo>
                <a:lnTo>
                  <a:pt x="1398389" y="2645396"/>
                </a:lnTo>
                <a:lnTo>
                  <a:pt x="1350933" y="2646965"/>
                </a:lnTo>
                <a:lnTo>
                  <a:pt x="1303635" y="2651673"/>
                </a:lnTo>
                <a:lnTo>
                  <a:pt x="1256653" y="2659519"/>
                </a:lnTo>
                <a:lnTo>
                  <a:pt x="1210145" y="2670504"/>
                </a:lnTo>
                <a:lnTo>
                  <a:pt x="1164267" y="2684628"/>
                </a:lnTo>
                <a:lnTo>
                  <a:pt x="234121" y="3005368"/>
                </a:lnTo>
                <a:lnTo>
                  <a:pt x="192884" y="3014259"/>
                </a:lnTo>
                <a:close/>
              </a:path>
              <a:path w="2797175" h="3014345">
                <a:moveTo>
                  <a:pt x="2603893" y="3014259"/>
                </a:moveTo>
                <a:lnTo>
                  <a:pt x="2562656" y="3005368"/>
                </a:lnTo>
                <a:lnTo>
                  <a:pt x="1632510" y="2684628"/>
                </a:lnTo>
                <a:lnTo>
                  <a:pt x="1586633" y="2670504"/>
                </a:lnTo>
                <a:lnTo>
                  <a:pt x="1540124" y="2659519"/>
                </a:lnTo>
                <a:lnTo>
                  <a:pt x="1493142" y="2651673"/>
                </a:lnTo>
                <a:lnTo>
                  <a:pt x="1445844" y="2646965"/>
                </a:lnTo>
                <a:lnTo>
                  <a:pt x="1398389" y="2645396"/>
                </a:lnTo>
                <a:lnTo>
                  <a:pt x="2796777" y="2645396"/>
                </a:lnTo>
                <a:lnTo>
                  <a:pt x="2796777" y="2838449"/>
                </a:lnTo>
                <a:lnTo>
                  <a:pt x="2791740" y="2880332"/>
                </a:lnTo>
                <a:lnTo>
                  <a:pt x="2777173" y="2919311"/>
                </a:lnTo>
                <a:lnTo>
                  <a:pt x="2753892" y="2953800"/>
                </a:lnTo>
                <a:lnTo>
                  <a:pt x="2722713" y="2982215"/>
                </a:lnTo>
                <a:lnTo>
                  <a:pt x="2685686" y="3002428"/>
                </a:lnTo>
                <a:lnTo>
                  <a:pt x="2645491" y="3013194"/>
                </a:lnTo>
                <a:lnTo>
                  <a:pt x="2603893" y="3014259"/>
                </a:lnTo>
                <a:close/>
              </a:path>
            </a:pathLst>
          </a:custGeom>
          <a:solidFill>
            <a:srgbClr val="28549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Umesh</dc:creator>
  <cp:keywords>DAHE9BE2-_8,BAHETXZa47A,0</cp:keywords>
  <dc:title>Blue Purple Cute Birthday Presentation</dc:title>
  <dcterms:created xsi:type="dcterms:W3CDTF">2026-03-26T08:24:45Z</dcterms:created>
  <dcterms:modified xsi:type="dcterms:W3CDTF">2026-03-26T08:24:45Z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2026-03-26T00:00:00Z</vt:filetime>
  </property>
  <property fmtid="{D5CDD505-2E9C-101B-9397-08002B2CF9AE}" pid="5" name="Producer">
    <vt:lpwstr>Canva</vt:lpwstr>
  </property>
</Properties>
</file>