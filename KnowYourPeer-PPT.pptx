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1" i="0">
                <a:solidFill>
                  <a:srgbClr val="1367A2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940050" cy="2488565"/>
          </a:xfrm>
          <a:custGeom>
            <a:avLst/>
            <a:gdLst/>
            <a:ahLst/>
            <a:cxnLst/>
            <a:rect l="l" t="t" r="r" b="b"/>
            <a:pathLst>
              <a:path w="2940050" h="2488565">
                <a:moveTo>
                  <a:pt x="642367" y="2136498"/>
                </a:moveTo>
                <a:lnTo>
                  <a:pt x="1837176" y="941689"/>
                </a:lnTo>
                <a:lnTo>
                  <a:pt x="1806065" y="978660"/>
                </a:lnTo>
                <a:lnTo>
                  <a:pt x="1778553" y="1021610"/>
                </a:lnTo>
                <a:lnTo>
                  <a:pt x="1758161" y="1066803"/>
                </a:lnTo>
                <a:lnTo>
                  <a:pt x="1743894" y="1113946"/>
                </a:lnTo>
                <a:lnTo>
                  <a:pt x="1734804" y="1162647"/>
                </a:lnTo>
                <a:lnTo>
                  <a:pt x="1729929" y="1212536"/>
                </a:lnTo>
                <a:lnTo>
                  <a:pt x="1728309" y="1263247"/>
                </a:lnTo>
                <a:lnTo>
                  <a:pt x="1728983" y="1314410"/>
                </a:lnTo>
                <a:lnTo>
                  <a:pt x="1730991" y="1365659"/>
                </a:lnTo>
                <a:lnTo>
                  <a:pt x="1733372" y="1416625"/>
                </a:lnTo>
                <a:lnTo>
                  <a:pt x="1735165" y="1466939"/>
                </a:lnTo>
                <a:lnTo>
                  <a:pt x="1735697" y="1518345"/>
                </a:lnTo>
                <a:lnTo>
                  <a:pt x="1734783" y="1569546"/>
                </a:lnTo>
                <a:lnTo>
                  <a:pt x="1732313" y="1620588"/>
                </a:lnTo>
                <a:lnTo>
                  <a:pt x="1728186" y="1671339"/>
                </a:lnTo>
                <a:lnTo>
                  <a:pt x="1722294" y="1721713"/>
                </a:lnTo>
                <a:lnTo>
                  <a:pt x="1714535" y="1771621"/>
                </a:lnTo>
                <a:lnTo>
                  <a:pt x="1704802" y="1820977"/>
                </a:lnTo>
                <a:lnTo>
                  <a:pt x="1692992" y="1869693"/>
                </a:lnTo>
                <a:lnTo>
                  <a:pt x="1678999" y="1917682"/>
                </a:lnTo>
                <a:lnTo>
                  <a:pt x="1662719" y="1964857"/>
                </a:lnTo>
                <a:lnTo>
                  <a:pt x="1644046" y="2011130"/>
                </a:lnTo>
                <a:lnTo>
                  <a:pt x="1622876" y="2056415"/>
                </a:lnTo>
                <a:lnTo>
                  <a:pt x="1599105" y="2100623"/>
                </a:lnTo>
                <a:lnTo>
                  <a:pt x="1572627" y="2143669"/>
                </a:lnTo>
                <a:lnTo>
                  <a:pt x="1543338" y="2185463"/>
                </a:lnTo>
                <a:lnTo>
                  <a:pt x="1518960" y="2216405"/>
                </a:lnTo>
                <a:lnTo>
                  <a:pt x="1491339" y="2248173"/>
                </a:lnTo>
                <a:lnTo>
                  <a:pt x="1460763" y="2280194"/>
                </a:lnTo>
                <a:lnTo>
                  <a:pt x="1429543" y="2309969"/>
                </a:lnTo>
                <a:lnTo>
                  <a:pt x="1428216" y="2311296"/>
                </a:lnTo>
                <a:lnTo>
                  <a:pt x="1391905" y="2342706"/>
                </a:lnTo>
                <a:lnTo>
                  <a:pt x="1354200" y="2372052"/>
                </a:lnTo>
                <a:lnTo>
                  <a:pt x="1314696" y="2399361"/>
                </a:lnTo>
                <a:lnTo>
                  <a:pt x="1273683" y="2424060"/>
                </a:lnTo>
                <a:lnTo>
                  <a:pt x="1231448" y="2445578"/>
                </a:lnTo>
                <a:lnTo>
                  <a:pt x="1188281" y="2463342"/>
                </a:lnTo>
                <a:lnTo>
                  <a:pt x="1144471" y="2476778"/>
                </a:lnTo>
                <a:lnTo>
                  <a:pt x="1100307" y="2485316"/>
                </a:lnTo>
                <a:lnTo>
                  <a:pt x="1056078" y="2488382"/>
                </a:lnTo>
                <a:lnTo>
                  <a:pt x="1012072" y="2485403"/>
                </a:lnTo>
                <a:lnTo>
                  <a:pt x="968579" y="2475807"/>
                </a:lnTo>
                <a:lnTo>
                  <a:pt x="925886" y="2459022"/>
                </a:lnTo>
                <a:lnTo>
                  <a:pt x="884285" y="2434476"/>
                </a:lnTo>
                <a:lnTo>
                  <a:pt x="848877" y="2405166"/>
                </a:lnTo>
                <a:lnTo>
                  <a:pt x="822621" y="2376428"/>
                </a:lnTo>
                <a:lnTo>
                  <a:pt x="821999" y="2375747"/>
                </a:lnTo>
                <a:lnTo>
                  <a:pt x="820161" y="2373736"/>
                </a:lnTo>
                <a:lnTo>
                  <a:pt x="818616" y="2372044"/>
                </a:lnTo>
                <a:lnTo>
                  <a:pt x="817984" y="2371353"/>
                </a:lnTo>
                <a:lnTo>
                  <a:pt x="790281" y="2334314"/>
                </a:lnTo>
                <a:lnTo>
                  <a:pt x="764440" y="2295327"/>
                </a:lnTo>
                <a:lnTo>
                  <a:pt x="739138" y="2255669"/>
                </a:lnTo>
                <a:lnTo>
                  <a:pt x="713047" y="2216618"/>
                </a:lnTo>
                <a:lnTo>
                  <a:pt x="684996" y="2179652"/>
                </a:lnTo>
                <a:lnTo>
                  <a:pt x="653932" y="2146231"/>
                </a:lnTo>
                <a:lnTo>
                  <a:pt x="642970" y="2136996"/>
                </a:lnTo>
                <a:lnTo>
                  <a:pt x="642367" y="2136498"/>
                </a:lnTo>
                <a:close/>
              </a:path>
              <a:path w="2940050" h="2488565">
                <a:moveTo>
                  <a:pt x="0" y="0"/>
                </a:moveTo>
                <a:lnTo>
                  <a:pt x="2934259" y="0"/>
                </a:lnTo>
                <a:lnTo>
                  <a:pt x="2934889" y="2963"/>
                </a:lnTo>
                <a:lnTo>
                  <a:pt x="2939569" y="51986"/>
                </a:lnTo>
                <a:lnTo>
                  <a:pt x="2938646" y="99516"/>
                </a:lnTo>
                <a:lnTo>
                  <a:pt x="2932489" y="145762"/>
                </a:lnTo>
                <a:lnTo>
                  <a:pt x="2921474" y="190575"/>
                </a:lnTo>
                <a:lnTo>
                  <a:pt x="2905978" y="233895"/>
                </a:lnTo>
                <a:lnTo>
                  <a:pt x="2886376" y="275664"/>
                </a:lnTo>
                <a:lnTo>
                  <a:pt x="2863042" y="315821"/>
                </a:lnTo>
                <a:lnTo>
                  <a:pt x="2836353" y="354307"/>
                </a:lnTo>
                <a:lnTo>
                  <a:pt x="2806682" y="391064"/>
                </a:lnTo>
                <a:lnTo>
                  <a:pt x="2774407" y="426031"/>
                </a:lnTo>
                <a:lnTo>
                  <a:pt x="2739901" y="459148"/>
                </a:lnTo>
                <a:lnTo>
                  <a:pt x="2703540" y="490358"/>
                </a:lnTo>
                <a:lnTo>
                  <a:pt x="2665699" y="519599"/>
                </a:lnTo>
                <a:lnTo>
                  <a:pt x="2626754" y="546814"/>
                </a:lnTo>
                <a:lnTo>
                  <a:pt x="2587079" y="571941"/>
                </a:lnTo>
                <a:lnTo>
                  <a:pt x="2547051" y="594923"/>
                </a:lnTo>
                <a:lnTo>
                  <a:pt x="2507044" y="615698"/>
                </a:lnTo>
                <a:lnTo>
                  <a:pt x="2464302" y="635540"/>
                </a:lnTo>
                <a:lnTo>
                  <a:pt x="2419581" y="654234"/>
                </a:lnTo>
                <a:lnTo>
                  <a:pt x="2373276" y="672110"/>
                </a:lnTo>
                <a:lnTo>
                  <a:pt x="2325778" y="689493"/>
                </a:lnTo>
                <a:lnTo>
                  <a:pt x="2228783" y="724088"/>
                </a:lnTo>
                <a:lnTo>
                  <a:pt x="2180071" y="741955"/>
                </a:lnTo>
                <a:lnTo>
                  <a:pt x="2131741" y="760636"/>
                </a:lnTo>
                <a:lnTo>
                  <a:pt x="2084187" y="780460"/>
                </a:lnTo>
                <a:lnTo>
                  <a:pt x="2037802" y="801752"/>
                </a:lnTo>
                <a:lnTo>
                  <a:pt x="1992979" y="824841"/>
                </a:lnTo>
                <a:lnTo>
                  <a:pt x="1950111" y="850051"/>
                </a:lnTo>
                <a:lnTo>
                  <a:pt x="1909592" y="877712"/>
                </a:lnTo>
                <a:lnTo>
                  <a:pt x="1871816" y="908149"/>
                </a:lnTo>
                <a:lnTo>
                  <a:pt x="1837176" y="941689"/>
                </a:lnTo>
                <a:lnTo>
                  <a:pt x="642367" y="2136498"/>
                </a:lnTo>
                <a:lnTo>
                  <a:pt x="616343" y="2115008"/>
                </a:lnTo>
                <a:lnTo>
                  <a:pt x="576802" y="2090251"/>
                </a:lnTo>
                <a:lnTo>
                  <a:pt x="534905" y="2070444"/>
                </a:lnTo>
                <a:lnTo>
                  <a:pt x="490982" y="2054863"/>
                </a:lnTo>
                <a:lnTo>
                  <a:pt x="445362" y="2042780"/>
                </a:lnTo>
                <a:lnTo>
                  <a:pt x="398376" y="2033472"/>
                </a:lnTo>
                <a:lnTo>
                  <a:pt x="350352" y="2026210"/>
                </a:lnTo>
                <a:lnTo>
                  <a:pt x="301620" y="2020271"/>
                </a:lnTo>
                <a:lnTo>
                  <a:pt x="203353" y="2009453"/>
                </a:lnTo>
                <a:lnTo>
                  <a:pt x="154477" y="2003124"/>
                </a:lnTo>
                <a:lnTo>
                  <a:pt x="106213" y="1995213"/>
                </a:lnTo>
                <a:lnTo>
                  <a:pt x="58889" y="1984995"/>
                </a:lnTo>
                <a:lnTo>
                  <a:pt x="13125" y="1971868"/>
                </a:lnTo>
                <a:lnTo>
                  <a:pt x="0" y="1967089"/>
                </a:lnTo>
                <a:lnTo>
                  <a:pt x="0" y="0"/>
                </a:lnTo>
                <a:close/>
              </a:path>
            </a:pathLst>
          </a:custGeom>
          <a:solidFill>
            <a:srgbClr val="1367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68527" y="0"/>
            <a:ext cx="2729230" cy="1689100"/>
          </a:xfrm>
          <a:custGeom>
            <a:avLst/>
            <a:gdLst/>
            <a:ahLst/>
            <a:cxnLst/>
            <a:rect l="l" t="t" r="r" b="b"/>
            <a:pathLst>
              <a:path w="2729229" h="1689100">
                <a:moveTo>
                  <a:pt x="696375" y="1689100"/>
                </a:moveTo>
                <a:lnTo>
                  <a:pt x="564275" y="1689100"/>
                </a:lnTo>
                <a:lnTo>
                  <a:pt x="512601" y="1663700"/>
                </a:lnTo>
                <a:lnTo>
                  <a:pt x="466413" y="1638300"/>
                </a:lnTo>
                <a:lnTo>
                  <a:pt x="425712" y="1612900"/>
                </a:lnTo>
                <a:lnTo>
                  <a:pt x="390496" y="1574800"/>
                </a:lnTo>
                <a:lnTo>
                  <a:pt x="360767" y="1524000"/>
                </a:lnTo>
                <a:lnTo>
                  <a:pt x="345666" y="1498600"/>
                </a:lnTo>
                <a:lnTo>
                  <a:pt x="334416" y="1460500"/>
                </a:lnTo>
                <a:lnTo>
                  <a:pt x="327016" y="1422400"/>
                </a:lnTo>
                <a:lnTo>
                  <a:pt x="323467" y="1397000"/>
                </a:lnTo>
                <a:lnTo>
                  <a:pt x="323397" y="1384300"/>
                </a:lnTo>
                <a:lnTo>
                  <a:pt x="323327" y="1371600"/>
                </a:lnTo>
                <a:lnTo>
                  <a:pt x="323257" y="1358900"/>
                </a:lnTo>
                <a:lnTo>
                  <a:pt x="323027" y="1333500"/>
                </a:lnTo>
                <a:lnTo>
                  <a:pt x="322913" y="1320800"/>
                </a:lnTo>
                <a:lnTo>
                  <a:pt x="322434" y="1295400"/>
                </a:lnTo>
                <a:lnTo>
                  <a:pt x="321821" y="1257300"/>
                </a:lnTo>
                <a:lnTo>
                  <a:pt x="320264" y="1219200"/>
                </a:lnTo>
                <a:lnTo>
                  <a:pt x="310466" y="1168400"/>
                </a:lnTo>
                <a:lnTo>
                  <a:pt x="300830" y="1130300"/>
                </a:lnTo>
                <a:lnTo>
                  <a:pt x="290170" y="1092200"/>
                </a:lnTo>
                <a:lnTo>
                  <a:pt x="278486" y="1054100"/>
                </a:lnTo>
                <a:lnTo>
                  <a:pt x="259784" y="1016000"/>
                </a:lnTo>
                <a:lnTo>
                  <a:pt x="241288" y="965200"/>
                </a:lnTo>
                <a:lnTo>
                  <a:pt x="222999" y="914400"/>
                </a:lnTo>
                <a:lnTo>
                  <a:pt x="204916" y="876300"/>
                </a:lnTo>
                <a:lnTo>
                  <a:pt x="187040" y="825500"/>
                </a:lnTo>
                <a:lnTo>
                  <a:pt x="169371" y="774700"/>
                </a:lnTo>
                <a:lnTo>
                  <a:pt x="151908" y="736600"/>
                </a:lnTo>
                <a:lnTo>
                  <a:pt x="134652" y="685800"/>
                </a:lnTo>
                <a:lnTo>
                  <a:pt x="117603" y="635000"/>
                </a:lnTo>
                <a:lnTo>
                  <a:pt x="100760" y="584200"/>
                </a:lnTo>
                <a:lnTo>
                  <a:pt x="87495" y="546100"/>
                </a:lnTo>
                <a:lnTo>
                  <a:pt x="74479" y="508000"/>
                </a:lnTo>
                <a:lnTo>
                  <a:pt x="61713" y="469900"/>
                </a:lnTo>
                <a:lnTo>
                  <a:pt x="49197" y="431800"/>
                </a:lnTo>
                <a:lnTo>
                  <a:pt x="36483" y="393700"/>
                </a:lnTo>
                <a:lnTo>
                  <a:pt x="25297" y="342900"/>
                </a:lnTo>
                <a:lnTo>
                  <a:pt x="15639" y="292100"/>
                </a:lnTo>
                <a:lnTo>
                  <a:pt x="7509" y="254000"/>
                </a:lnTo>
                <a:lnTo>
                  <a:pt x="2356" y="203200"/>
                </a:lnTo>
                <a:lnTo>
                  <a:pt x="0" y="165100"/>
                </a:lnTo>
                <a:lnTo>
                  <a:pt x="329" y="127000"/>
                </a:lnTo>
                <a:lnTo>
                  <a:pt x="438" y="114300"/>
                </a:lnTo>
                <a:lnTo>
                  <a:pt x="3673" y="63500"/>
                </a:lnTo>
                <a:lnTo>
                  <a:pt x="9703" y="25400"/>
                </a:lnTo>
                <a:lnTo>
                  <a:pt x="16885" y="0"/>
                </a:lnTo>
                <a:lnTo>
                  <a:pt x="86823" y="0"/>
                </a:lnTo>
                <a:lnTo>
                  <a:pt x="78455" y="25400"/>
                </a:lnTo>
                <a:lnTo>
                  <a:pt x="70042" y="76200"/>
                </a:lnTo>
                <a:lnTo>
                  <a:pt x="66767" y="114300"/>
                </a:lnTo>
                <a:lnTo>
                  <a:pt x="66885" y="165100"/>
                </a:lnTo>
                <a:lnTo>
                  <a:pt x="70396" y="215900"/>
                </a:lnTo>
                <a:lnTo>
                  <a:pt x="77299" y="266700"/>
                </a:lnTo>
                <a:lnTo>
                  <a:pt x="87595" y="317500"/>
                </a:lnTo>
                <a:lnTo>
                  <a:pt x="100508" y="368300"/>
                </a:lnTo>
                <a:lnTo>
                  <a:pt x="114503" y="419100"/>
                </a:lnTo>
                <a:lnTo>
                  <a:pt x="129580" y="469900"/>
                </a:lnTo>
                <a:lnTo>
                  <a:pt x="145740" y="520700"/>
                </a:lnTo>
                <a:lnTo>
                  <a:pt x="163611" y="558800"/>
                </a:lnTo>
                <a:lnTo>
                  <a:pt x="181627" y="609600"/>
                </a:lnTo>
                <a:lnTo>
                  <a:pt x="199786" y="660400"/>
                </a:lnTo>
                <a:lnTo>
                  <a:pt x="218090" y="711200"/>
                </a:lnTo>
                <a:lnTo>
                  <a:pt x="236538" y="762000"/>
                </a:lnTo>
                <a:lnTo>
                  <a:pt x="255131" y="812800"/>
                </a:lnTo>
                <a:lnTo>
                  <a:pt x="273868" y="863600"/>
                </a:lnTo>
                <a:lnTo>
                  <a:pt x="292748" y="914400"/>
                </a:lnTo>
                <a:lnTo>
                  <a:pt x="313090" y="952500"/>
                </a:lnTo>
                <a:lnTo>
                  <a:pt x="332305" y="1003300"/>
                </a:lnTo>
                <a:lnTo>
                  <a:pt x="350391" y="1054100"/>
                </a:lnTo>
                <a:lnTo>
                  <a:pt x="367350" y="1104900"/>
                </a:lnTo>
                <a:lnTo>
                  <a:pt x="371153" y="1117600"/>
                </a:lnTo>
                <a:lnTo>
                  <a:pt x="375529" y="1130300"/>
                </a:lnTo>
                <a:lnTo>
                  <a:pt x="380478" y="1155700"/>
                </a:lnTo>
                <a:lnTo>
                  <a:pt x="386000" y="1168400"/>
                </a:lnTo>
                <a:lnTo>
                  <a:pt x="388532" y="1193800"/>
                </a:lnTo>
                <a:lnTo>
                  <a:pt x="390564" y="1219200"/>
                </a:lnTo>
                <a:lnTo>
                  <a:pt x="393131" y="1282700"/>
                </a:lnTo>
                <a:lnTo>
                  <a:pt x="392669" y="1308100"/>
                </a:lnTo>
                <a:lnTo>
                  <a:pt x="392332" y="1333500"/>
                </a:lnTo>
                <a:lnTo>
                  <a:pt x="392120" y="1358900"/>
                </a:lnTo>
                <a:lnTo>
                  <a:pt x="392034" y="1371600"/>
                </a:lnTo>
                <a:lnTo>
                  <a:pt x="392970" y="1384300"/>
                </a:lnTo>
                <a:lnTo>
                  <a:pt x="396971" y="1422400"/>
                </a:lnTo>
                <a:lnTo>
                  <a:pt x="411487" y="1473200"/>
                </a:lnTo>
                <a:lnTo>
                  <a:pt x="437562" y="1524000"/>
                </a:lnTo>
                <a:lnTo>
                  <a:pt x="466955" y="1562100"/>
                </a:lnTo>
                <a:lnTo>
                  <a:pt x="501163" y="1587500"/>
                </a:lnTo>
                <a:lnTo>
                  <a:pt x="540185" y="1600200"/>
                </a:lnTo>
                <a:lnTo>
                  <a:pt x="584022" y="1612900"/>
                </a:lnTo>
                <a:lnTo>
                  <a:pt x="612564" y="1625600"/>
                </a:lnTo>
                <a:lnTo>
                  <a:pt x="852806" y="1625600"/>
                </a:lnTo>
                <a:lnTo>
                  <a:pt x="825617" y="1638300"/>
                </a:lnTo>
                <a:lnTo>
                  <a:pt x="797721" y="1651000"/>
                </a:lnTo>
                <a:lnTo>
                  <a:pt x="769118" y="1663700"/>
                </a:lnTo>
                <a:lnTo>
                  <a:pt x="739807" y="1676400"/>
                </a:lnTo>
                <a:lnTo>
                  <a:pt x="696375" y="1689100"/>
                </a:lnTo>
                <a:close/>
              </a:path>
              <a:path w="2729229" h="1689100">
                <a:moveTo>
                  <a:pt x="2124895" y="1524000"/>
                </a:moveTo>
                <a:lnTo>
                  <a:pt x="1915393" y="1524000"/>
                </a:lnTo>
                <a:lnTo>
                  <a:pt x="1945219" y="1511300"/>
                </a:lnTo>
                <a:lnTo>
                  <a:pt x="1974635" y="1511300"/>
                </a:lnTo>
                <a:lnTo>
                  <a:pt x="2003639" y="1498600"/>
                </a:lnTo>
                <a:lnTo>
                  <a:pt x="2054138" y="1485900"/>
                </a:lnTo>
                <a:lnTo>
                  <a:pt x="2103015" y="1460500"/>
                </a:lnTo>
                <a:lnTo>
                  <a:pt x="2150270" y="1435100"/>
                </a:lnTo>
                <a:lnTo>
                  <a:pt x="2195902" y="1397000"/>
                </a:lnTo>
                <a:lnTo>
                  <a:pt x="2239911" y="1371600"/>
                </a:lnTo>
                <a:lnTo>
                  <a:pt x="2282296" y="1333500"/>
                </a:lnTo>
                <a:lnTo>
                  <a:pt x="2318880" y="1308100"/>
                </a:lnTo>
                <a:lnTo>
                  <a:pt x="2354470" y="1270000"/>
                </a:lnTo>
                <a:lnTo>
                  <a:pt x="2389066" y="1231900"/>
                </a:lnTo>
                <a:lnTo>
                  <a:pt x="2422670" y="1193800"/>
                </a:lnTo>
                <a:lnTo>
                  <a:pt x="2455281" y="1168400"/>
                </a:lnTo>
                <a:lnTo>
                  <a:pt x="2486901" y="1130300"/>
                </a:lnTo>
                <a:lnTo>
                  <a:pt x="2518982" y="1079500"/>
                </a:lnTo>
                <a:lnTo>
                  <a:pt x="2548297" y="1041400"/>
                </a:lnTo>
                <a:lnTo>
                  <a:pt x="2574846" y="990600"/>
                </a:lnTo>
                <a:lnTo>
                  <a:pt x="2598629" y="939800"/>
                </a:lnTo>
                <a:lnTo>
                  <a:pt x="2619647" y="901700"/>
                </a:lnTo>
                <a:lnTo>
                  <a:pt x="2634852" y="850900"/>
                </a:lnTo>
                <a:lnTo>
                  <a:pt x="2644733" y="800100"/>
                </a:lnTo>
                <a:lnTo>
                  <a:pt x="2649289" y="749300"/>
                </a:lnTo>
                <a:lnTo>
                  <a:pt x="2648522" y="711200"/>
                </a:lnTo>
                <a:lnTo>
                  <a:pt x="2642431" y="660400"/>
                </a:lnTo>
                <a:lnTo>
                  <a:pt x="2631017" y="609600"/>
                </a:lnTo>
                <a:lnTo>
                  <a:pt x="2614280" y="571500"/>
                </a:lnTo>
                <a:lnTo>
                  <a:pt x="2592220" y="520700"/>
                </a:lnTo>
                <a:lnTo>
                  <a:pt x="2575610" y="495300"/>
                </a:lnTo>
                <a:lnTo>
                  <a:pt x="2558097" y="469900"/>
                </a:lnTo>
                <a:lnTo>
                  <a:pt x="2539681" y="444500"/>
                </a:lnTo>
                <a:lnTo>
                  <a:pt x="2520362" y="419100"/>
                </a:lnTo>
                <a:lnTo>
                  <a:pt x="2485605" y="368300"/>
                </a:lnTo>
                <a:lnTo>
                  <a:pt x="2415731" y="292100"/>
                </a:lnTo>
                <a:lnTo>
                  <a:pt x="2380614" y="241300"/>
                </a:lnTo>
                <a:lnTo>
                  <a:pt x="2345378" y="203200"/>
                </a:lnTo>
                <a:lnTo>
                  <a:pt x="2305571" y="152400"/>
                </a:lnTo>
                <a:lnTo>
                  <a:pt x="2266388" y="101600"/>
                </a:lnTo>
                <a:lnTo>
                  <a:pt x="2235544" y="50800"/>
                </a:lnTo>
                <a:lnTo>
                  <a:pt x="2205786" y="12700"/>
                </a:lnTo>
                <a:lnTo>
                  <a:pt x="2194547" y="0"/>
                </a:lnTo>
                <a:lnTo>
                  <a:pt x="2291872" y="0"/>
                </a:lnTo>
                <a:lnTo>
                  <a:pt x="2319793" y="50800"/>
                </a:lnTo>
                <a:lnTo>
                  <a:pt x="2348669" y="88900"/>
                </a:lnTo>
                <a:lnTo>
                  <a:pt x="2380835" y="127000"/>
                </a:lnTo>
                <a:lnTo>
                  <a:pt x="2413813" y="165100"/>
                </a:lnTo>
                <a:lnTo>
                  <a:pt x="2447602" y="215900"/>
                </a:lnTo>
                <a:lnTo>
                  <a:pt x="2482204" y="254000"/>
                </a:lnTo>
                <a:lnTo>
                  <a:pt x="2517619" y="292100"/>
                </a:lnTo>
                <a:lnTo>
                  <a:pt x="2583443" y="368300"/>
                </a:lnTo>
                <a:lnTo>
                  <a:pt x="2595662" y="381000"/>
                </a:lnTo>
                <a:lnTo>
                  <a:pt x="2607781" y="406400"/>
                </a:lnTo>
                <a:lnTo>
                  <a:pt x="2631715" y="431800"/>
                </a:lnTo>
                <a:lnTo>
                  <a:pt x="2656142" y="469900"/>
                </a:lnTo>
                <a:lnTo>
                  <a:pt x="2677633" y="508000"/>
                </a:lnTo>
                <a:lnTo>
                  <a:pt x="2696187" y="546100"/>
                </a:lnTo>
                <a:lnTo>
                  <a:pt x="2711801" y="596900"/>
                </a:lnTo>
                <a:lnTo>
                  <a:pt x="2723168" y="647700"/>
                </a:lnTo>
                <a:lnTo>
                  <a:pt x="2728964" y="698500"/>
                </a:lnTo>
                <a:lnTo>
                  <a:pt x="2729020" y="711200"/>
                </a:lnTo>
                <a:lnTo>
                  <a:pt x="2729132" y="736600"/>
                </a:lnTo>
                <a:lnTo>
                  <a:pt x="2723843" y="800100"/>
                </a:lnTo>
                <a:lnTo>
                  <a:pt x="2712928" y="850900"/>
                </a:lnTo>
                <a:lnTo>
                  <a:pt x="2696442" y="901700"/>
                </a:lnTo>
                <a:lnTo>
                  <a:pt x="2677946" y="952500"/>
                </a:lnTo>
                <a:lnTo>
                  <a:pt x="2657397" y="990600"/>
                </a:lnTo>
                <a:lnTo>
                  <a:pt x="2634796" y="1028700"/>
                </a:lnTo>
                <a:lnTo>
                  <a:pt x="2610144" y="1079500"/>
                </a:lnTo>
                <a:lnTo>
                  <a:pt x="2583443" y="1117600"/>
                </a:lnTo>
                <a:lnTo>
                  <a:pt x="2552419" y="1155700"/>
                </a:lnTo>
                <a:lnTo>
                  <a:pt x="2520373" y="1193800"/>
                </a:lnTo>
                <a:lnTo>
                  <a:pt x="2487306" y="1231900"/>
                </a:lnTo>
                <a:lnTo>
                  <a:pt x="2453218" y="1270000"/>
                </a:lnTo>
                <a:lnTo>
                  <a:pt x="2418110" y="1308100"/>
                </a:lnTo>
                <a:lnTo>
                  <a:pt x="2381980" y="1333500"/>
                </a:lnTo>
                <a:lnTo>
                  <a:pt x="2344829" y="1371600"/>
                </a:lnTo>
                <a:lnTo>
                  <a:pt x="2303770" y="1409700"/>
                </a:lnTo>
                <a:lnTo>
                  <a:pt x="2261247" y="1435100"/>
                </a:lnTo>
                <a:lnTo>
                  <a:pt x="2217260" y="1473200"/>
                </a:lnTo>
                <a:lnTo>
                  <a:pt x="2171810" y="1498600"/>
                </a:lnTo>
                <a:lnTo>
                  <a:pt x="2124895" y="1524000"/>
                </a:lnTo>
                <a:close/>
              </a:path>
              <a:path w="2729229" h="1689100">
                <a:moveTo>
                  <a:pt x="852806" y="1625600"/>
                </a:moveTo>
                <a:lnTo>
                  <a:pt x="669612" y="1625600"/>
                </a:lnTo>
                <a:lnTo>
                  <a:pt x="698118" y="1612900"/>
                </a:lnTo>
                <a:lnTo>
                  <a:pt x="728299" y="1612900"/>
                </a:lnTo>
                <a:lnTo>
                  <a:pt x="757558" y="1600200"/>
                </a:lnTo>
                <a:lnTo>
                  <a:pt x="785896" y="1587500"/>
                </a:lnTo>
                <a:lnTo>
                  <a:pt x="813311" y="1562100"/>
                </a:lnTo>
                <a:lnTo>
                  <a:pt x="886409" y="1511300"/>
                </a:lnTo>
                <a:lnTo>
                  <a:pt x="958125" y="1460500"/>
                </a:lnTo>
                <a:lnTo>
                  <a:pt x="972886" y="1447800"/>
                </a:lnTo>
                <a:lnTo>
                  <a:pt x="987863" y="1447800"/>
                </a:lnTo>
                <a:lnTo>
                  <a:pt x="1018464" y="1422400"/>
                </a:lnTo>
                <a:lnTo>
                  <a:pt x="1091240" y="1397000"/>
                </a:lnTo>
                <a:lnTo>
                  <a:pt x="1129409" y="1384300"/>
                </a:lnTo>
                <a:lnTo>
                  <a:pt x="1268851" y="1384300"/>
                </a:lnTo>
                <a:lnTo>
                  <a:pt x="1415606" y="1422400"/>
                </a:lnTo>
                <a:lnTo>
                  <a:pt x="1467589" y="1435100"/>
                </a:lnTo>
                <a:lnTo>
                  <a:pt x="1519692" y="1460500"/>
                </a:lnTo>
                <a:lnTo>
                  <a:pt x="1131946" y="1460500"/>
                </a:lnTo>
                <a:lnTo>
                  <a:pt x="1048085" y="1485900"/>
                </a:lnTo>
                <a:lnTo>
                  <a:pt x="1035262" y="1498600"/>
                </a:lnTo>
                <a:lnTo>
                  <a:pt x="1022577" y="1511300"/>
                </a:lnTo>
                <a:lnTo>
                  <a:pt x="1010030" y="1511300"/>
                </a:lnTo>
                <a:lnTo>
                  <a:pt x="997620" y="1524000"/>
                </a:lnTo>
                <a:lnTo>
                  <a:pt x="925904" y="1574800"/>
                </a:lnTo>
                <a:lnTo>
                  <a:pt x="852806" y="1625600"/>
                </a:lnTo>
                <a:close/>
              </a:path>
              <a:path w="2729229" h="1689100">
                <a:moveTo>
                  <a:pt x="1879138" y="1600200"/>
                </a:moveTo>
                <a:lnTo>
                  <a:pt x="1794397" y="1600200"/>
                </a:lnTo>
                <a:lnTo>
                  <a:pt x="1760214" y="1587500"/>
                </a:lnTo>
                <a:lnTo>
                  <a:pt x="1726104" y="1587500"/>
                </a:lnTo>
                <a:lnTo>
                  <a:pt x="1692069" y="1574800"/>
                </a:lnTo>
                <a:lnTo>
                  <a:pt x="1662183" y="1574800"/>
                </a:lnTo>
                <a:lnTo>
                  <a:pt x="1632473" y="1562100"/>
                </a:lnTo>
                <a:lnTo>
                  <a:pt x="1602940" y="1562100"/>
                </a:lnTo>
                <a:lnTo>
                  <a:pt x="1573585" y="1549400"/>
                </a:lnTo>
                <a:lnTo>
                  <a:pt x="1412315" y="1498600"/>
                </a:lnTo>
                <a:lnTo>
                  <a:pt x="1273614" y="1460500"/>
                </a:lnTo>
                <a:lnTo>
                  <a:pt x="1519692" y="1460500"/>
                </a:lnTo>
                <a:lnTo>
                  <a:pt x="1780093" y="1524000"/>
                </a:lnTo>
                <a:lnTo>
                  <a:pt x="2124895" y="1524000"/>
                </a:lnTo>
                <a:lnTo>
                  <a:pt x="2076518" y="1549400"/>
                </a:lnTo>
                <a:lnTo>
                  <a:pt x="1879138" y="1600200"/>
                </a:lnTo>
                <a:close/>
              </a:path>
            </a:pathLst>
          </a:custGeom>
          <a:solidFill>
            <a:srgbClr val="004269">
              <a:alpha val="98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056250" y="6242941"/>
            <a:ext cx="2729230" cy="2781300"/>
          </a:xfrm>
          <a:custGeom>
            <a:avLst/>
            <a:gdLst/>
            <a:ahLst/>
            <a:cxnLst/>
            <a:rect l="l" t="t" r="r" b="b"/>
            <a:pathLst>
              <a:path w="2729230" h="2781300">
                <a:moveTo>
                  <a:pt x="563178" y="787400"/>
                </a:moveTo>
                <a:lnTo>
                  <a:pt x="298102" y="787400"/>
                </a:lnTo>
                <a:lnTo>
                  <a:pt x="316159" y="774700"/>
                </a:lnTo>
                <a:lnTo>
                  <a:pt x="334305" y="774700"/>
                </a:lnTo>
                <a:lnTo>
                  <a:pt x="352539" y="762000"/>
                </a:lnTo>
                <a:lnTo>
                  <a:pt x="394457" y="762000"/>
                </a:lnTo>
                <a:lnTo>
                  <a:pt x="520392" y="723900"/>
                </a:lnTo>
                <a:lnTo>
                  <a:pt x="567206" y="711200"/>
                </a:lnTo>
                <a:lnTo>
                  <a:pt x="612259" y="685800"/>
                </a:lnTo>
                <a:lnTo>
                  <a:pt x="655552" y="673100"/>
                </a:lnTo>
                <a:lnTo>
                  <a:pt x="697084" y="647700"/>
                </a:lnTo>
                <a:lnTo>
                  <a:pt x="736856" y="622300"/>
                </a:lnTo>
                <a:lnTo>
                  <a:pt x="774867" y="584200"/>
                </a:lnTo>
                <a:lnTo>
                  <a:pt x="811117" y="558800"/>
                </a:lnTo>
                <a:lnTo>
                  <a:pt x="830284" y="533400"/>
                </a:lnTo>
                <a:lnTo>
                  <a:pt x="849198" y="520700"/>
                </a:lnTo>
                <a:lnTo>
                  <a:pt x="867858" y="495300"/>
                </a:lnTo>
                <a:lnTo>
                  <a:pt x="886267" y="482600"/>
                </a:lnTo>
                <a:lnTo>
                  <a:pt x="920090" y="431800"/>
                </a:lnTo>
                <a:lnTo>
                  <a:pt x="954221" y="393700"/>
                </a:lnTo>
                <a:lnTo>
                  <a:pt x="1023401" y="317500"/>
                </a:lnTo>
                <a:lnTo>
                  <a:pt x="1057034" y="292100"/>
                </a:lnTo>
                <a:lnTo>
                  <a:pt x="1091498" y="254000"/>
                </a:lnTo>
                <a:lnTo>
                  <a:pt x="1126792" y="215900"/>
                </a:lnTo>
                <a:lnTo>
                  <a:pt x="1162916" y="190500"/>
                </a:lnTo>
                <a:lnTo>
                  <a:pt x="1199872" y="165100"/>
                </a:lnTo>
                <a:lnTo>
                  <a:pt x="1237659" y="127000"/>
                </a:lnTo>
                <a:lnTo>
                  <a:pt x="1276277" y="101600"/>
                </a:lnTo>
                <a:lnTo>
                  <a:pt x="1318070" y="76200"/>
                </a:lnTo>
                <a:lnTo>
                  <a:pt x="1361165" y="50800"/>
                </a:lnTo>
                <a:lnTo>
                  <a:pt x="1405562" y="38100"/>
                </a:lnTo>
                <a:lnTo>
                  <a:pt x="1451261" y="12700"/>
                </a:lnTo>
                <a:lnTo>
                  <a:pt x="1479958" y="12700"/>
                </a:lnTo>
                <a:lnTo>
                  <a:pt x="1508997" y="0"/>
                </a:lnTo>
                <a:lnTo>
                  <a:pt x="1666557" y="0"/>
                </a:lnTo>
                <a:lnTo>
                  <a:pt x="1712415" y="12700"/>
                </a:lnTo>
                <a:lnTo>
                  <a:pt x="1756026" y="38100"/>
                </a:lnTo>
                <a:lnTo>
                  <a:pt x="1797388" y="63500"/>
                </a:lnTo>
                <a:lnTo>
                  <a:pt x="1582362" y="63500"/>
                </a:lnTo>
                <a:lnTo>
                  <a:pt x="1549221" y="76200"/>
                </a:lnTo>
                <a:lnTo>
                  <a:pt x="1483944" y="76200"/>
                </a:lnTo>
                <a:lnTo>
                  <a:pt x="1451809" y="88900"/>
                </a:lnTo>
                <a:lnTo>
                  <a:pt x="1409375" y="114300"/>
                </a:lnTo>
                <a:lnTo>
                  <a:pt x="1368170" y="127000"/>
                </a:lnTo>
                <a:lnTo>
                  <a:pt x="1328192" y="152400"/>
                </a:lnTo>
                <a:lnTo>
                  <a:pt x="1289442" y="177800"/>
                </a:lnTo>
                <a:lnTo>
                  <a:pt x="1245876" y="215900"/>
                </a:lnTo>
                <a:lnTo>
                  <a:pt x="1203537" y="241300"/>
                </a:lnTo>
                <a:lnTo>
                  <a:pt x="1162424" y="279400"/>
                </a:lnTo>
                <a:lnTo>
                  <a:pt x="1122537" y="317500"/>
                </a:lnTo>
                <a:lnTo>
                  <a:pt x="1083876" y="355600"/>
                </a:lnTo>
                <a:lnTo>
                  <a:pt x="1046440" y="393700"/>
                </a:lnTo>
                <a:lnTo>
                  <a:pt x="1020785" y="419100"/>
                </a:lnTo>
                <a:lnTo>
                  <a:pt x="995228" y="457200"/>
                </a:lnTo>
                <a:lnTo>
                  <a:pt x="944412" y="508000"/>
                </a:lnTo>
                <a:lnTo>
                  <a:pt x="916288" y="546100"/>
                </a:lnTo>
                <a:lnTo>
                  <a:pt x="887805" y="571500"/>
                </a:lnTo>
                <a:lnTo>
                  <a:pt x="858964" y="596900"/>
                </a:lnTo>
                <a:lnTo>
                  <a:pt x="829767" y="635000"/>
                </a:lnTo>
                <a:lnTo>
                  <a:pt x="789978" y="660400"/>
                </a:lnTo>
                <a:lnTo>
                  <a:pt x="748332" y="698500"/>
                </a:lnTo>
                <a:lnTo>
                  <a:pt x="704829" y="723900"/>
                </a:lnTo>
                <a:lnTo>
                  <a:pt x="659469" y="749300"/>
                </a:lnTo>
                <a:lnTo>
                  <a:pt x="612252" y="762000"/>
                </a:lnTo>
                <a:lnTo>
                  <a:pt x="563178" y="787400"/>
                </a:lnTo>
                <a:close/>
              </a:path>
              <a:path w="2729230" h="2781300">
                <a:moveTo>
                  <a:pt x="2124896" y="2616200"/>
                </a:moveTo>
                <a:lnTo>
                  <a:pt x="1945219" y="2616200"/>
                </a:lnTo>
                <a:lnTo>
                  <a:pt x="2003639" y="2590800"/>
                </a:lnTo>
                <a:lnTo>
                  <a:pt x="2054138" y="2578100"/>
                </a:lnTo>
                <a:lnTo>
                  <a:pt x="2103015" y="2552700"/>
                </a:lnTo>
                <a:lnTo>
                  <a:pt x="2150270" y="2527300"/>
                </a:lnTo>
                <a:lnTo>
                  <a:pt x="2195902" y="2501900"/>
                </a:lnTo>
                <a:lnTo>
                  <a:pt x="2239911" y="2463800"/>
                </a:lnTo>
                <a:lnTo>
                  <a:pt x="2282296" y="2425700"/>
                </a:lnTo>
                <a:lnTo>
                  <a:pt x="2318880" y="2400300"/>
                </a:lnTo>
                <a:lnTo>
                  <a:pt x="2354470" y="2362200"/>
                </a:lnTo>
                <a:lnTo>
                  <a:pt x="2389066" y="2336800"/>
                </a:lnTo>
                <a:lnTo>
                  <a:pt x="2422670" y="2298700"/>
                </a:lnTo>
                <a:lnTo>
                  <a:pt x="2455281" y="2260600"/>
                </a:lnTo>
                <a:lnTo>
                  <a:pt x="2486901" y="2222500"/>
                </a:lnTo>
                <a:lnTo>
                  <a:pt x="2518983" y="2184400"/>
                </a:lnTo>
                <a:lnTo>
                  <a:pt x="2548297" y="2133600"/>
                </a:lnTo>
                <a:lnTo>
                  <a:pt x="2574846" y="2082800"/>
                </a:lnTo>
                <a:lnTo>
                  <a:pt x="2598629" y="2044700"/>
                </a:lnTo>
                <a:lnTo>
                  <a:pt x="2619647" y="1993900"/>
                </a:lnTo>
                <a:lnTo>
                  <a:pt x="2634852" y="1943100"/>
                </a:lnTo>
                <a:lnTo>
                  <a:pt x="2644733" y="1892300"/>
                </a:lnTo>
                <a:lnTo>
                  <a:pt x="2649289" y="1841500"/>
                </a:lnTo>
                <a:lnTo>
                  <a:pt x="2648522" y="1803400"/>
                </a:lnTo>
                <a:lnTo>
                  <a:pt x="2642431" y="1752600"/>
                </a:lnTo>
                <a:lnTo>
                  <a:pt x="2631017" y="1701800"/>
                </a:lnTo>
                <a:lnTo>
                  <a:pt x="2614280" y="1663700"/>
                </a:lnTo>
                <a:lnTo>
                  <a:pt x="2592220" y="1612900"/>
                </a:lnTo>
                <a:lnTo>
                  <a:pt x="2558097" y="1562100"/>
                </a:lnTo>
                <a:lnTo>
                  <a:pt x="2520362" y="1511300"/>
                </a:lnTo>
                <a:lnTo>
                  <a:pt x="2485605" y="1473200"/>
                </a:lnTo>
                <a:lnTo>
                  <a:pt x="2450728" y="1422400"/>
                </a:lnTo>
                <a:lnTo>
                  <a:pt x="2380614" y="1346200"/>
                </a:lnTo>
                <a:lnTo>
                  <a:pt x="2345378" y="1295400"/>
                </a:lnTo>
                <a:lnTo>
                  <a:pt x="2325396" y="1270000"/>
                </a:lnTo>
                <a:lnTo>
                  <a:pt x="2305571" y="1244600"/>
                </a:lnTo>
                <a:lnTo>
                  <a:pt x="2285901" y="1219200"/>
                </a:lnTo>
                <a:lnTo>
                  <a:pt x="2266389" y="1193800"/>
                </a:lnTo>
                <a:lnTo>
                  <a:pt x="2235544" y="1155700"/>
                </a:lnTo>
                <a:lnTo>
                  <a:pt x="2205786" y="1104900"/>
                </a:lnTo>
                <a:lnTo>
                  <a:pt x="2177117" y="1066800"/>
                </a:lnTo>
                <a:lnTo>
                  <a:pt x="2149534" y="1016000"/>
                </a:lnTo>
                <a:lnTo>
                  <a:pt x="2123038" y="965200"/>
                </a:lnTo>
                <a:lnTo>
                  <a:pt x="2097627" y="914400"/>
                </a:lnTo>
                <a:lnTo>
                  <a:pt x="2073303" y="876300"/>
                </a:lnTo>
                <a:lnTo>
                  <a:pt x="2050895" y="825500"/>
                </a:lnTo>
                <a:lnTo>
                  <a:pt x="2029332" y="774700"/>
                </a:lnTo>
                <a:lnTo>
                  <a:pt x="2008614" y="723900"/>
                </a:lnTo>
                <a:lnTo>
                  <a:pt x="1988740" y="673100"/>
                </a:lnTo>
                <a:lnTo>
                  <a:pt x="1969712" y="622300"/>
                </a:lnTo>
                <a:lnTo>
                  <a:pt x="1951528" y="571500"/>
                </a:lnTo>
                <a:lnTo>
                  <a:pt x="1933430" y="520700"/>
                </a:lnTo>
                <a:lnTo>
                  <a:pt x="1915604" y="469900"/>
                </a:lnTo>
                <a:lnTo>
                  <a:pt x="1898050" y="419100"/>
                </a:lnTo>
                <a:lnTo>
                  <a:pt x="1880769" y="368300"/>
                </a:lnTo>
                <a:lnTo>
                  <a:pt x="1863762" y="304800"/>
                </a:lnTo>
                <a:lnTo>
                  <a:pt x="1849764" y="279400"/>
                </a:lnTo>
                <a:lnTo>
                  <a:pt x="1833212" y="241300"/>
                </a:lnTo>
                <a:lnTo>
                  <a:pt x="1814108" y="215900"/>
                </a:lnTo>
                <a:lnTo>
                  <a:pt x="1792452" y="177800"/>
                </a:lnTo>
                <a:lnTo>
                  <a:pt x="1758614" y="139700"/>
                </a:lnTo>
                <a:lnTo>
                  <a:pt x="1720686" y="114300"/>
                </a:lnTo>
                <a:lnTo>
                  <a:pt x="1678669" y="88900"/>
                </a:lnTo>
                <a:lnTo>
                  <a:pt x="1632561" y="76200"/>
                </a:lnTo>
                <a:lnTo>
                  <a:pt x="1582362" y="63500"/>
                </a:lnTo>
                <a:lnTo>
                  <a:pt x="1797388" y="63500"/>
                </a:lnTo>
                <a:lnTo>
                  <a:pt x="1832808" y="101600"/>
                </a:lnTo>
                <a:lnTo>
                  <a:pt x="1864065" y="139700"/>
                </a:lnTo>
                <a:lnTo>
                  <a:pt x="1891162" y="177800"/>
                </a:lnTo>
                <a:lnTo>
                  <a:pt x="1914099" y="215900"/>
                </a:lnTo>
                <a:lnTo>
                  <a:pt x="1932877" y="266700"/>
                </a:lnTo>
                <a:lnTo>
                  <a:pt x="1948340" y="317500"/>
                </a:lnTo>
                <a:lnTo>
                  <a:pt x="1963750" y="368300"/>
                </a:lnTo>
                <a:lnTo>
                  <a:pt x="1979108" y="406400"/>
                </a:lnTo>
                <a:lnTo>
                  <a:pt x="1994416" y="457200"/>
                </a:lnTo>
                <a:lnTo>
                  <a:pt x="2009673" y="508000"/>
                </a:lnTo>
                <a:lnTo>
                  <a:pt x="2026999" y="558800"/>
                </a:lnTo>
                <a:lnTo>
                  <a:pt x="2044987" y="609600"/>
                </a:lnTo>
                <a:lnTo>
                  <a:pt x="2063637" y="660400"/>
                </a:lnTo>
                <a:lnTo>
                  <a:pt x="2082949" y="711200"/>
                </a:lnTo>
                <a:lnTo>
                  <a:pt x="2102924" y="749300"/>
                </a:lnTo>
                <a:lnTo>
                  <a:pt x="2123196" y="800100"/>
                </a:lnTo>
                <a:lnTo>
                  <a:pt x="2144424" y="850900"/>
                </a:lnTo>
                <a:lnTo>
                  <a:pt x="2166608" y="889000"/>
                </a:lnTo>
                <a:lnTo>
                  <a:pt x="2189749" y="927100"/>
                </a:lnTo>
                <a:lnTo>
                  <a:pt x="2213845" y="977900"/>
                </a:lnTo>
                <a:lnTo>
                  <a:pt x="2238898" y="1016000"/>
                </a:lnTo>
                <a:lnTo>
                  <a:pt x="2264907" y="1054100"/>
                </a:lnTo>
                <a:lnTo>
                  <a:pt x="2291872" y="1104900"/>
                </a:lnTo>
                <a:lnTo>
                  <a:pt x="2319793" y="1143000"/>
                </a:lnTo>
                <a:lnTo>
                  <a:pt x="2348669" y="1181100"/>
                </a:lnTo>
                <a:lnTo>
                  <a:pt x="2380835" y="1219200"/>
                </a:lnTo>
                <a:lnTo>
                  <a:pt x="2413813" y="1257300"/>
                </a:lnTo>
                <a:lnTo>
                  <a:pt x="2447602" y="1308100"/>
                </a:lnTo>
                <a:lnTo>
                  <a:pt x="2482204" y="1346200"/>
                </a:lnTo>
                <a:lnTo>
                  <a:pt x="2517619" y="1384300"/>
                </a:lnTo>
                <a:lnTo>
                  <a:pt x="2583444" y="1460500"/>
                </a:lnTo>
                <a:lnTo>
                  <a:pt x="2595662" y="1485900"/>
                </a:lnTo>
                <a:lnTo>
                  <a:pt x="2619799" y="1511300"/>
                </a:lnTo>
                <a:lnTo>
                  <a:pt x="2631715" y="1524000"/>
                </a:lnTo>
                <a:lnTo>
                  <a:pt x="2656142" y="1562100"/>
                </a:lnTo>
                <a:lnTo>
                  <a:pt x="2677633" y="1600200"/>
                </a:lnTo>
                <a:lnTo>
                  <a:pt x="2696187" y="1651000"/>
                </a:lnTo>
                <a:lnTo>
                  <a:pt x="2711802" y="1689100"/>
                </a:lnTo>
                <a:lnTo>
                  <a:pt x="2723168" y="1739900"/>
                </a:lnTo>
                <a:lnTo>
                  <a:pt x="2728964" y="1790700"/>
                </a:lnTo>
                <a:lnTo>
                  <a:pt x="2729020" y="1803400"/>
                </a:lnTo>
                <a:lnTo>
                  <a:pt x="2729133" y="1828800"/>
                </a:lnTo>
                <a:lnTo>
                  <a:pt x="2723843" y="1892300"/>
                </a:lnTo>
                <a:lnTo>
                  <a:pt x="2712928" y="1955800"/>
                </a:lnTo>
                <a:lnTo>
                  <a:pt x="2696442" y="2006600"/>
                </a:lnTo>
                <a:lnTo>
                  <a:pt x="2677946" y="2044700"/>
                </a:lnTo>
                <a:lnTo>
                  <a:pt x="2657397" y="2082800"/>
                </a:lnTo>
                <a:lnTo>
                  <a:pt x="2634796" y="2133600"/>
                </a:lnTo>
                <a:lnTo>
                  <a:pt x="2610145" y="2171700"/>
                </a:lnTo>
                <a:lnTo>
                  <a:pt x="2583444" y="2209800"/>
                </a:lnTo>
                <a:lnTo>
                  <a:pt x="2552419" y="2247900"/>
                </a:lnTo>
                <a:lnTo>
                  <a:pt x="2520373" y="2286000"/>
                </a:lnTo>
                <a:lnTo>
                  <a:pt x="2487306" y="2324100"/>
                </a:lnTo>
                <a:lnTo>
                  <a:pt x="2453218" y="2362200"/>
                </a:lnTo>
                <a:lnTo>
                  <a:pt x="2418110" y="2400300"/>
                </a:lnTo>
                <a:lnTo>
                  <a:pt x="2381980" y="2438400"/>
                </a:lnTo>
                <a:lnTo>
                  <a:pt x="2344830" y="2463800"/>
                </a:lnTo>
                <a:lnTo>
                  <a:pt x="2303770" y="2501900"/>
                </a:lnTo>
                <a:lnTo>
                  <a:pt x="2261247" y="2540000"/>
                </a:lnTo>
                <a:lnTo>
                  <a:pt x="2217260" y="2565400"/>
                </a:lnTo>
                <a:lnTo>
                  <a:pt x="2171810" y="2590800"/>
                </a:lnTo>
                <a:lnTo>
                  <a:pt x="2124896" y="2616200"/>
                </a:lnTo>
                <a:close/>
              </a:path>
              <a:path w="2729230" h="2781300">
                <a:moveTo>
                  <a:pt x="696375" y="2781300"/>
                </a:moveTo>
                <a:lnTo>
                  <a:pt x="564275" y="2781300"/>
                </a:lnTo>
                <a:lnTo>
                  <a:pt x="512601" y="2768600"/>
                </a:lnTo>
                <a:lnTo>
                  <a:pt x="466413" y="2743200"/>
                </a:lnTo>
                <a:lnTo>
                  <a:pt x="425712" y="2705100"/>
                </a:lnTo>
                <a:lnTo>
                  <a:pt x="390496" y="2667000"/>
                </a:lnTo>
                <a:lnTo>
                  <a:pt x="360767" y="2628900"/>
                </a:lnTo>
                <a:lnTo>
                  <a:pt x="345666" y="2590800"/>
                </a:lnTo>
                <a:lnTo>
                  <a:pt x="334416" y="2552700"/>
                </a:lnTo>
                <a:lnTo>
                  <a:pt x="323467" y="2489200"/>
                </a:lnTo>
                <a:lnTo>
                  <a:pt x="323397" y="2476500"/>
                </a:lnTo>
                <a:lnTo>
                  <a:pt x="323327" y="2463800"/>
                </a:lnTo>
                <a:lnTo>
                  <a:pt x="323257" y="2451100"/>
                </a:lnTo>
                <a:lnTo>
                  <a:pt x="322913" y="2425700"/>
                </a:lnTo>
                <a:lnTo>
                  <a:pt x="322434" y="2387600"/>
                </a:lnTo>
                <a:lnTo>
                  <a:pt x="321821" y="2349500"/>
                </a:lnTo>
                <a:lnTo>
                  <a:pt x="321635" y="2336800"/>
                </a:lnTo>
                <a:lnTo>
                  <a:pt x="321116" y="2324100"/>
                </a:lnTo>
                <a:lnTo>
                  <a:pt x="310466" y="2260600"/>
                </a:lnTo>
                <a:lnTo>
                  <a:pt x="300830" y="2222500"/>
                </a:lnTo>
                <a:lnTo>
                  <a:pt x="290170" y="2184400"/>
                </a:lnTo>
                <a:lnTo>
                  <a:pt x="278486" y="2159000"/>
                </a:lnTo>
                <a:lnTo>
                  <a:pt x="259784" y="2108200"/>
                </a:lnTo>
                <a:lnTo>
                  <a:pt x="241288" y="2057400"/>
                </a:lnTo>
                <a:lnTo>
                  <a:pt x="222999" y="2019300"/>
                </a:lnTo>
                <a:lnTo>
                  <a:pt x="204916" y="1968500"/>
                </a:lnTo>
                <a:lnTo>
                  <a:pt x="187040" y="1917700"/>
                </a:lnTo>
                <a:lnTo>
                  <a:pt x="169371" y="1879600"/>
                </a:lnTo>
                <a:lnTo>
                  <a:pt x="151908" y="1828800"/>
                </a:lnTo>
                <a:lnTo>
                  <a:pt x="134652" y="1778000"/>
                </a:lnTo>
                <a:lnTo>
                  <a:pt x="117603" y="1727200"/>
                </a:lnTo>
                <a:lnTo>
                  <a:pt x="100760" y="1689100"/>
                </a:lnTo>
                <a:lnTo>
                  <a:pt x="87495" y="1651000"/>
                </a:lnTo>
                <a:lnTo>
                  <a:pt x="74479" y="1612900"/>
                </a:lnTo>
                <a:lnTo>
                  <a:pt x="61713" y="1574800"/>
                </a:lnTo>
                <a:lnTo>
                  <a:pt x="49197" y="1524000"/>
                </a:lnTo>
                <a:lnTo>
                  <a:pt x="36483" y="1485900"/>
                </a:lnTo>
                <a:lnTo>
                  <a:pt x="25297" y="1435100"/>
                </a:lnTo>
                <a:lnTo>
                  <a:pt x="15639" y="1397000"/>
                </a:lnTo>
                <a:lnTo>
                  <a:pt x="7509" y="1346200"/>
                </a:lnTo>
                <a:lnTo>
                  <a:pt x="2356" y="1295400"/>
                </a:lnTo>
                <a:lnTo>
                  <a:pt x="0" y="1257300"/>
                </a:lnTo>
                <a:lnTo>
                  <a:pt x="329" y="1219200"/>
                </a:lnTo>
                <a:lnTo>
                  <a:pt x="438" y="1206500"/>
                </a:lnTo>
                <a:lnTo>
                  <a:pt x="3673" y="1168400"/>
                </a:lnTo>
                <a:lnTo>
                  <a:pt x="9703" y="1117600"/>
                </a:lnTo>
                <a:lnTo>
                  <a:pt x="22037" y="1066800"/>
                </a:lnTo>
                <a:lnTo>
                  <a:pt x="38800" y="1016000"/>
                </a:lnTo>
                <a:lnTo>
                  <a:pt x="59991" y="977900"/>
                </a:lnTo>
                <a:lnTo>
                  <a:pt x="85610" y="939800"/>
                </a:lnTo>
                <a:lnTo>
                  <a:pt x="115658" y="901700"/>
                </a:lnTo>
                <a:lnTo>
                  <a:pt x="150134" y="863600"/>
                </a:lnTo>
                <a:lnTo>
                  <a:pt x="189038" y="838200"/>
                </a:lnTo>
                <a:lnTo>
                  <a:pt x="232371" y="812800"/>
                </a:lnTo>
                <a:lnTo>
                  <a:pt x="280132" y="787400"/>
                </a:lnTo>
                <a:lnTo>
                  <a:pt x="524333" y="787400"/>
                </a:lnTo>
                <a:lnTo>
                  <a:pt x="407393" y="825500"/>
                </a:lnTo>
                <a:lnTo>
                  <a:pt x="378705" y="838200"/>
                </a:lnTo>
                <a:lnTo>
                  <a:pt x="350309" y="838200"/>
                </a:lnTo>
                <a:lnTo>
                  <a:pt x="294394" y="863600"/>
                </a:lnTo>
                <a:lnTo>
                  <a:pt x="248511" y="889000"/>
                </a:lnTo>
                <a:lnTo>
                  <a:pt x="206795" y="914400"/>
                </a:lnTo>
                <a:lnTo>
                  <a:pt x="169247" y="939800"/>
                </a:lnTo>
                <a:lnTo>
                  <a:pt x="135866" y="977900"/>
                </a:lnTo>
                <a:lnTo>
                  <a:pt x="111368" y="1028700"/>
                </a:lnTo>
                <a:lnTo>
                  <a:pt x="92231" y="1066800"/>
                </a:lnTo>
                <a:lnTo>
                  <a:pt x="78455" y="1117600"/>
                </a:lnTo>
                <a:lnTo>
                  <a:pt x="70042" y="1168400"/>
                </a:lnTo>
                <a:lnTo>
                  <a:pt x="66767" y="1219200"/>
                </a:lnTo>
                <a:lnTo>
                  <a:pt x="66885" y="1270000"/>
                </a:lnTo>
                <a:lnTo>
                  <a:pt x="70396" y="1320800"/>
                </a:lnTo>
                <a:lnTo>
                  <a:pt x="77299" y="1358900"/>
                </a:lnTo>
                <a:lnTo>
                  <a:pt x="87595" y="1409700"/>
                </a:lnTo>
                <a:lnTo>
                  <a:pt x="100508" y="1460500"/>
                </a:lnTo>
                <a:lnTo>
                  <a:pt x="114503" y="1511300"/>
                </a:lnTo>
                <a:lnTo>
                  <a:pt x="129580" y="1562100"/>
                </a:lnTo>
                <a:lnTo>
                  <a:pt x="145740" y="1612900"/>
                </a:lnTo>
                <a:lnTo>
                  <a:pt x="163611" y="1663700"/>
                </a:lnTo>
                <a:lnTo>
                  <a:pt x="181627" y="1714500"/>
                </a:lnTo>
                <a:lnTo>
                  <a:pt x="199786" y="1752600"/>
                </a:lnTo>
                <a:lnTo>
                  <a:pt x="218090" y="1803400"/>
                </a:lnTo>
                <a:lnTo>
                  <a:pt x="236538" y="1854200"/>
                </a:lnTo>
                <a:lnTo>
                  <a:pt x="255131" y="1905000"/>
                </a:lnTo>
                <a:lnTo>
                  <a:pt x="273868" y="1955800"/>
                </a:lnTo>
                <a:lnTo>
                  <a:pt x="292748" y="2006600"/>
                </a:lnTo>
                <a:lnTo>
                  <a:pt x="313090" y="2044700"/>
                </a:lnTo>
                <a:lnTo>
                  <a:pt x="332305" y="2095500"/>
                </a:lnTo>
                <a:lnTo>
                  <a:pt x="350391" y="2146300"/>
                </a:lnTo>
                <a:lnTo>
                  <a:pt x="367350" y="2197100"/>
                </a:lnTo>
                <a:lnTo>
                  <a:pt x="371153" y="2209800"/>
                </a:lnTo>
                <a:lnTo>
                  <a:pt x="375529" y="2235200"/>
                </a:lnTo>
                <a:lnTo>
                  <a:pt x="380478" y="2247900"/>
                </a:lnTo>
                <a:lnTo>
                  <a:pt x="386000" y="2260600"/>
                </a:lnTo>
                <a:lnTo>
                  <a:pt x="388532" y="2286000"/>
                </a:lnTo>
                <a:lnTo>
                  <a:pt x="390564" y="2324100"/>
                </a:lnTo>
                <a:lnTo>
                  <a:pt x="392097" y="2349500"/>
                </a:lnTo>
                <a:lnTo>
                  <a:pt x="393131" y="2374900"/>
                </a:lnTo>
                <a:lnTo>
                  <a:pt x="392669" y="2400300"/>
                </a:lnTo>
                <a:lnTo>
                  <a:pt x="392332" y="2425700"/>
                </a:lnTo>
                <a:lnTo>
                  <a:pt x="392226" y="2438400"/>
                </a:lnTo>
                <a:lnTo>
                  <a:pt x="392120" y="2451100"/>
                </a:lnTo>
                <a:lnTo>
                  <a:pt x="392034" y="2476500"/>
                </a:lnTo>
                <a:lnTo>
                  <a:pt x="392970" y="2489200"/>
                </a:lnTo>
                <a:lnTo>
                  <a:pt x="394105" y="2489200"/>
                </a:lnTo>
                <a:lnTo>
                  <a:pt x="395438" y="2501900"/>
                </a:lnTo>
                <a:lnTo>
                  <a:pt x="402784" y="2540000"/>
                </a:lnTo>
                <a:lnTo>
                  <a:pt x="423080" y="2590800"/>
                </a:lnTo>
                <a:lnTo>
                  <a:pt x="466955" y="2654300"/>
                </a:lnTo>
                <a:lnTo>
                  <a:pt x="501163" y="2679700"/>
                </a:lnTo>
                <a:lnTo>
                  <a:pt x="540185" y="2705100"/>
                </a:lnTo>
                <a:lnTo>
                  <a:pt x="584022" y="2717800"/>
                </a:lnTo>
                <a:lnTo>
                  <a:pt x="852806" y="2717800"/>
                </a:lnTo>
                <a:lnTo>
                  <a:pt x="825617" y="2730500"/>
                </a:lnTo>
                <a:lnTo>
                  <a:pt x="797721" y="2755900"/>
                </a:lnTo>
                <a:lnTo>
                  <a:pt x="769118" y="2755900"/>
                </a:lnTo>
                <a:lnTo>
                  <a:pt x="739807" y="2768600"/>
                </a:lnTo>
                <a:lnTo>
                  <a:pt x="696375" y="2781300"/>
                </a:lnTo>
                <a:close/>
              </a:path>
              <a:path w="2729230" h="2781300">
                <a:moveTo>
                  <a:pt x="1268851" y="2489200"/>
                </a:moveTo>
                <a:lnTo>
                  <a:pt x="1129409" y="2489200"/>
                </a:lnTo>
                <a:lnTo>
                  <a:pt x="1168764" y="2476500"/>
                </a:lnTo>
                <a:lnTo>
                  <a:pt x="1219033" y="2476500"/>
                </a:lnTo>
                <a:lnTo>
                  <a:pt x="1268851" y="2489200"/>
                </a:lnTo>
                <a:close/>
              </a:path>
              <a:path w="2729230" h="2781300">
                <a:moveTo>
                  <a:pt x="1978150" y="2679700"/>
                </a:moveTo>
                <a:lnTo>
                  <a:pt x="1692069" y="2679700"/>
                </a:lnTo>
                <a:lnTo>
                  <a:pt x="1632473" y="2654300"/>
                </a:lnTo>
                <a:lnTo>
                  <a:pt x="1602941" y="2654300"/>
                </a:lnTo>
                <a:lnTo>
                  <a:pt x="1573585" y="2641600"/>
                </a:lnTo>
                <a:lnTo>
                  <a:pt x="1412315" y="2590800"/>
                </a:lnTo>
                <a:lnTo>
                  <a:pt x="1273614" y="2552700"/>
                </a:lnTo>
                <a:lnTo>
                  <a:pt x="972886" y="2552700"/>
                </a:lnTo>
                <a:lnTo>
                  <a:pt x="987863" y="2540000"/>
                </a:lnTo>
                <a:lnTo>
                  <a:pt x="1003055" y="2527300"/>
                </a:lnTo>
                <a:lnTo>
                  <a:pt x="1018464" y="2527300"/>
                </a:lnTo>
                <a:lnTo>
                  <a:pt x="1054258" y="2501900"/>
                </a:lnTo>
                <a:lnTo>
                  <a:pt x="1091240" y="2489200"/>
                </a:lnTo>
                <a:lnTo>
                  <a:pt x="1318220" y="2489200"/>
                </a:lnTo>
                <a:lnTo>
                  <a:pt x="1415606" y="2514600"/>
                </a:lnTo>
                <a:lnTo>
                  <a:pt x="1467589" y="2527300"/>
                </a:lnTo>
                <a:lnTo>
                  <a:pt x="1519692" y="2552700"/>
                </a:lnTo>
                <a:lnTo>
                  <a:pt x="1624253" y="2578100"/>
                </a:lnTo>
                <a:lnTo>
                  <a:pt x="1676710" y="2603500"/>
                </a:lnTo>
                <a:lnTo>
                  <a:pt x="1728191" y="2616200"/>
                </a:lnTo>
                <a:lnTo>
                  <a:pt x="2124896" y="2616200"/>
                </a:lnTo>
                <a:lnTo>
                  <a:pt x="2076518" y="2641600"/>
                </a:lnTo>
                <a:lnTo>
                  <a:pt x="2026677" y="2667000"/>
                </a:lnTo>
                <a:lnTo>
                  <a:pt x="1978150" y="2679700"/>
                </a:lnTo>
                <a:close/>
              </a:path>
              <a:path w="2729230" h="2781300">
                <a:moveTo>
                  <a:pt x="852806" y="2717800"/>
                </a:moveTo>
                <a:lnTo>
                  <a:pt x="698118" y="2717800"/>
                </a:lnTo>
                <a:lnTo>
                  <a:pt x="728299" y="2705100"/>
                </a:lnTo>
                <a:lnTo>
                  <a:pt x="757559" y="2692400"/>
                </a:lnTo>
                <a:lnTo>
                  <a:pt x="785896" y="2679700"/>
                </a:lnTo>
                <a:lnTo>
                  <a:pt x="813311" y="2667000"/>
                </a:lnTo>
                <a:lnTo>
                  <a:pt x="922440" y="2590800"/>
                </a:lnTo>
                <a:lnTo>
                  <a:pt x="958125" y="2552700"/>
                </a:lnTo>
                <a:lnTo>
                  <a:pt x="1131946" y="2552700"/>
                </a:lnTo>
                <a:lnTo>
                  <a:pt x="1089382" y="2565400"/>
                </a:lnTo>
                <a:lnTo>
                  <a:pt x="1048085" y="2590800"/>
                </a:lnTo>
                <a:lnTo>
                  <a:pt x="1035262" y="2590800"/>
                </a:lnTo>
                <a:lnTo>
                  <a:pt x="1022577" y="2603500"/>
                </a:lnTo>
                <a:lnTo>
                  <a:pt x="1010030" y="2603500"/>
                </a:lnTo>
                <a:lnTo>
                  <a:pt x="997620" y="2616200"/>
                </a:lnTo>
                <a:lnTo>
                  <a:pt x="925904" y="2667000"/>
                </a:lnTo>
                <a:lnTo>
                  <a:pt x="852806" y="2717800"/>
                </a:lnTo>
                <a:close/>
              </a:path>
              <a:path w="2729230" h="2781300">
                <a:moveTo>
                  <a:pt x="1879138" y="2692400"/>
                </a:moveTo>
                <a:lnTo>
                  <a:pt x="1760214" y="2692400"/>
                </a:lnTo>
                <a:lnTo>
                  <a:pt x="1726104" y="2679700"/>
                </a:lnTo>
                <a:lnTo>
                  <a:pt x="1928970" y="2679700"/>
                </a:lnTo>
                <a:lnTo>
                  <a:pt x="1879138" y="2692400"/>
                </a:lnTo>
                <a:close/>
              </a:path>
            </a:pathLst>
          </a:custGeom>
          <a:solidFill>
            <a:srgbClr val="004269">
              <a:alpha val="98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603141" y="2737250"/>
            <a:ext cx="7113905" cy="6069965"/>
          </a:xfrm>
          <a:custGeom>
            <a:avLst/>
            <a:gdLst/>
            <a:ahLst/>
            <a:cxnLst/>
            <a:rect l="l" t="t" r="r" b="b"/>
            <a:pathLst>
              <a:path w="7113905" h="6069965">
                <a:moveTo>
                  <a:pt x="3502426" y="6069605"/>
                </a:moveTo>
                <a:lnTo>
                  <a:pt x="3454147" y="6069444"/>
                </a:lnTo>
                <a:lnTo>
                  <a:pt x="3405898" y="6067684"/>
                </a:lnTo>
                <a:lnTo>
                  <a:pt x="3357762" y="6064290"/>
                </a:lnTo>
                <a:lnTo>
                  <a:pt x="3309820" y="6059228"/>
                </a:lnTo>
                <a:lnTo>
                  <a:pt x="3262156" y="6052464"/>
                </a:lnTo>
                <a:lnTo>
                  <a:pt x="3214852" y="6043964"/>
                </a:lnTo>
                <a:lnTo>
                  <a:pt x="3167991" y="6033693"/>
                </a:lnTo>
                <a:lnTo>
                  <a:pt x="3121655" y="6021619"/>
                </a:lnTo>
                <a:lnTo>
                  <a:pt x="3075927" y="6007706"/>
                </a:lnTo>
                <a:lnTo>
                  <a:pt x="3030889" y="5991920"/>
                </a:lnTo>
                <a:lnTo>
                  <a:pt x="2986625" y="5974228"/>
                </a:lnTo>
                <a:lnTo>
                  <a:pt x="2943216" y="5954595"/>
                </a:lnTo>
                <a:lnTo>
                  <a:pt x="2900745" y="5932987"/>
                </a:lnTo>
                <a:lnTo>
                  <a:pt x="2859295" y="5909370"/>
                </a:lnTo>
                <a:lnTo>
                  <a:pt x="2818949" y="5883709"/>
                </a:lnTo>
                <a:lnTo>
                  <a:pt x="2779788" y="5855971"/>
                </a:lnTo>
                <a:lnTo>
                  <a:pt x="2741896" y="5826122"/>
                </a:lnTo>
                <a:lnTo>
                  <a:pt x="2705356" y="5794127"/>
                </a:lnTo>
                <a:lnTo>
                  <a:pt x="2671544" y="5761369"/>
                </a:lnTo>
                <a:lnTo>
                  <a:pt x="2639242" y="5727061"/>
                </a:lnTo>
                <a:lnTo>
                  <a:pt x="2608326" y="5691335"/>
                </a:lnTo>
                <a:lnTo>
                  <a:pt x="2578674" y="5654322"/>
                </a:lnTo>
                <a:lnTo>
                  <a:pt x="2550165" y="5616156"/>
                </a:lnTo>
                <a:lnTo>
                  <a:pt x="2522676" y="5576969"/>
                </a:lnTo>
                <a:lnTo>
                  <a:pt x="2496085" y="5536891"/>
                </a:lnTo>
                <a:lnTo>
                  <a:pt x="2470271" y="5496056"/>
                </a:lnTo>
                <a:lnTo>
                  <a:pt x="2445111" y="5454596"/>
                </a:lnTo>
                <a:lnTo>
                  <a:pt x="2420484" y="5412642"/>
                </a:lnTo>
                <a:lnTo>
                  <a:pt x="2396267" y="5370327"/>
                </a:lnTo>
                <a:lnTo>
                  <a:pt x="2301060" y="5200100"/>
                </a:lnTo>
                <a:lnTo>
                  <a:pt x="2277063" y="5157962"/>
                </a:lnTo>
                <a:lnTo>
                  <a:pt x="2252745" y="5116255"/>
                </a:lnTo>
                <a:lnTo>
                  <a:pt x="2227983" y="5075112"/>
                </a:lnTo>
                <a:lnTo>
                  <a:pt x="2202654" y="5034665"/>
                </a:lnTo>
                <a:lnTo>
                  <a:pt x="2176638" y="4995047"/>
                </a:lnTo>
                <a:lnTo>
                  <a:pt x="2149812" y="4956388"/>
                </a:lnTo>
                <a:lnTo>
                  <a:pt x="2122054" y="4918822"/>
                </a:lnTo>
                <a:lnTo>
                  <a:pt x="2093241" y="4882480"/>
                </a:lnTo>
                <a:lnTo>
                  <a:pt x="2063253" y="4847495"/>
                </a:lnTo>
                <a:lnTo>
                  <a:pt x="2031966" y="4813998"/>
                </a:lnTo>
                <a:lnTo>
                  <a:pt x="1999259" y="4782123"/>
                </a:lnTo>
                <a:lnTo>
                  <a:pt x="1965010" y="4752000"/>
                </a:lnTo>
                <a:lnTo>
                  <a:pt x="1929097" y="4723762"/>
                </a:lnTo>
                <a:lnTo>
                  <a:pt x="1891398" y="4697542"/>
                </a:lnTo>
                <a:lnTo>
                  <a:pt x="1851790" y="4673471"/>
                </a:lnTo>
                <a:lnTo>
                  <a:pt x="1808354" y="4650842"/>
                </a:lnTo>
                <a:lnTo>
                  <a:pt x="1763861" y="4631284"/>
                </a:lnTo>
                <a:lnTo>
                  <a:pt x="1718418" y="4614585"/>
                </a:lnTo>
                <a:lnTo>
                  <a:pt x="1672130" y="4600533"/>
                </a:lnTo>
                <a:lnTo>
                  <a:pt x="1625104" y="4588918"/>
                </a:lnTo>
                <a:lnTo>
                  <a:pt x="1577447" y="4579528"/>
                </a:lnTo>
                <a:lnTo>
                  <a:pt x="1529265" y="4572152"/>
                </a:lnTo>
                <a:lnTo>
                  <a:pt x="1480664" y="4566579"/>
                </a:lnTo>
                <a:lnTo>
                  <a:pt x="1431751" y="4562596"/>
                </a:lnTo>
                <a:lnTo>
                  <a:pt x="1382633" y="4559994"/>
                </a:lnTo>
                <a:lnTo>
                  <a:pt x="1333415" y="4558559"/>
                </a:lnTo>
                <a:lnTo>
                  <a:pt x="1284205" y="4558082"/>
                </a:lnTo>
                <a:lnTo>
                  <a:pt x="1235109" y="4558351"/>
                </a:lnTo>
                <a:lnTo>
                  <a:pt x="1039327" y="4562065"/>
                </a:lnTo>
                <a:lnTo>
                  <a:pt x="990212" y="4562397"/>
                </a:lnTo>
                <a:lnTo>
                  <a:pt x="941132" y="4562035"/>
                </a:lnTo>
                <a:lnTo>
                  <a:pt x="892151" y="4560756"/>
                </a:lnTo>
                <a:lnTo>
                  <a:pt x="843332" y="4558335"/>
                </a:lnTo>
                <a:lnTo>
                  <a:pt x="794741" y="4554548"/>
                </a:lnTo>
                <a:lnTo>
                  <a:pt x="746440" y="4549171"/>
                </a:lnTo>
                <a:lnTo>
                  <a:pt x="698496" y="4541979"/>
                </a:lnTo>
                <a:lnTo>
                  <a:pt x="650971" y="4532747"/>
                </a:lnTo>
                <a:lnTo>
                  <a:pt x="603931" y="4521253"/>
                </a:lnTo>
                <a:lnTo>
                  <a:pt x="557439" y="4507271"/>
                </a:lnTo>
                <a:lnTo>
                  <a:pt x="511561" y="4490576"/>
                </a:lnTo>
                <a:lnTo>
                  <a:pt x="469442" y="4472010"/>
                </a:lnTo>
                <a:lnTo>
                  <a:pt x="428348" y="4450262"/>
                </a:lnTo>
                <a:lnTo>
                  <a:pt x="388590" y="4425509"/>
                </a:lnTo>
                <a:lnTo>
                  <a:pt x="350483" y="4397928"/>
                </a:lnTo>
                <a:lnTo>
                  <a:pt x="314340" y="4367695"/>
                </a:lnTo>
                <a:lnTo>
                  <a:pt x="280475" y="4334988"/>
                </a:lnTo>
                <a:lnTo>
                  <a:pt x="249201" y="4299982"/>
                </a:lnTo>
                <a:lnTo>
                  <a:pt x="220832" y="4262855"/>
                </a:lnTo>
                <a:lnTo>
                  <a:pt x="195682" y="4223782"/>
                </a:lnTo>
                <a:lnTo>
                  <a:pt x="174064" y="4182942"/>
                </a:lnTo>
                <a:lnTo>
                  <a:pt x="156292" y="4140509"/>
                </a:lnTo>
                <a:lnTo>
                  <a:pt x="142679" y="4096662"/>
                </a:lnTo>
                <a:lnTo>
                  <a:pt x="133539" y="4051576"/>
                </a:lnTo>
                <a:lnTo>
                  <a:pt x="129185" y="4005429"/>
                </a:lnTo>
                <a:lnTo>
                  <a:pt x="129932" y="3958397"/>
                </a:lnTo>
                <a:lnTo>
                  <a:pt x="136743" y="3905865"/>
                </a:lnTo>
                <a:lnTo>
                  <a:pt x="148669" y="3854482"/>
                </a:lnTo>
                <a:lnTo>
                  <a:pt x="164379" y="3803938"/>
                </a:lnTo>
                <a:lnTo>
                  <a:pt x="182544" y="3753926"/>
                </a:lnTo>
                <a:lnTo>
                  <a:pt x="220919" y="3654265"/>
                </a:lnTo>
                <a:lnTo>
                  <a:pt x="238469" y="3604000"/>
                </a:lnTo>
                <a:lnTo>
                  <a:pt x="252379" y="3557023"/>
                </a:lnTo>
                <a:lnTo>
                  <a:pt x="263906" y="3509754"/>
                </a:lnTo>
                <a:lnTo>
                  <a:pt x="273156" y="3462217"/>
                </a:lnTo>
                <a:lnTo>
                  <a:pt x="280238" y="3414434"/>
                </a:lnTo>
                <a:lnTo>
                  <a:pt x="285258" y="3366430"/>
                </a:lnTo>
                <a:lnTo>
                  <a:pt x="288326" y="3318227"/>
                </a:lnTo>
                <a:lnTo>
                  <a:pt x="289547" y="3269850"/>
                </a:lnTo>
                <a:lnTo>
                  <a:pt x="289030" y="3221322"/>
                </a:lnTo>
                <a:lnTo>
                  <a:pt x="286882" y="3172666"/>
                </a:lnTo>
                <a:lnTo>
                  <a:pt x="283211" y="3123906"/>
                </a:lnTo>
                <a:lnTo>
                  <a:pt x="278124" y="3075066"/>
                </a:lnTo>
                <a:lnTo>
                  <a:pt x="271730" y="3026169"/>
                </a:lnTo>
                <a:lnTo>
                  <a:pt x="264135" y="2977238"/>
                </a:lnTo>
                <a:lnTo>
                  <a:pt x="255448" y="2928298"/>
                </a:lnTo>
                <a:lnTo>
                  <a:pt x="245775" y="2879371"/>
                </a:lnTo>
                <a:lnTo>
                  <a:pt x="235225" y="2830482"/>
                </a:lnTo>
                <a:lnTo>
                  <a:pt x="223905" y="2781653"/>
                </a:lnTo>
                <a:lnTo>
                  <a:pt x="211922" y="2732909"/>
                </a:lnTo>
                <a:lnTo>
                  <a:pt x="199385" y="2684273"/>
                </a:lnTo>
                <a:lnTo>
                  <a:pt x="186401" y="2635767"/>
                </a:lnTo>
                <a:lnTo>
                  <a:pt x="173077" y="2587417"/>
                </a:lnTo>
                <a:lnTo>
                  <a:pt x="105151" y="2348421"/>
                </a:lnTo>
                <a:lnTo>
                  <a:pt x="92117" y="2300325"/>
                </a:lnTo>
                <a:lnTo>
                  <a:pt x="79537" y="2251807"/>
                </a:lnTo>
                <a:lnTo>
                  <a:pt x="67513" y="2202928"/>
                </a:lnTo>
                <a:lnTo>
                  <a:pt x="56145" y="2153745"/>
                </a:lnTo>
                <a:lnTo>
                  <a:pt x="45534" y="2104317"/>
                </a:lnTo>
                <a:lnTo>
                  <a:pt x="35781" y="2054705"/>
                </a:lnTo>
                <a:lnTo>
                  <a:pt x="26986" y="2004966"/>
                </a:lnTo>
                <a:lnTo>
                  <a:pt x="19251" y="1955160"/>
                </a:lnTo>
                <a:lnTo>
                  <a:pt x="12677" y="1905346"/>
                </a:lnTo>
                <a:lnTo>
                  <a:pt x="7364" y="1855583"/>
                </a:lnTo>
                <a:lnTo>
                  <a:pt x="3412" y="1805930"/>
                </a:lnTo>
                <a:lnTo>
                  <a:pt x="924" y="1756446"/>
                </a:lnTo>
                <a:lnTo>
                  <a:pt x="0" y="1707189"/>
                </a:lnTo>
                <a:lnTo>
                  <a:pt x="739" y="1658220"/>
                </a:lnTo>
                <a:lnTo>
                  <a:pt x="3245" y="1609597"/>
                </a:lnTo>
                <a:lnTo>
                  <a:pt x="7616" y="1561379"/>
                </a:lnTo>
                <a:lnTo>
                  <a:pt x="13955" y="1513625"/>
                </a:lnTo>
                <a:lnTo>
                  <a:pt x="22362" y="1466394"/>
                </a:lnTo>
                <a:lnTo>
                  <a:pt x="32937" y="1419745"/>
                </a:lnTo>
                <a:lnTo>
                  <a:pt x="45782" y="1373738"/>
                </a:lnTo>
                <a:lnTo>
                  <a:pt x="60997" y="1328430"/>
                </a:lnTo>
                <a:lnTo>
                  <a:pt x="78684" y="1283882"/>
                </a:lnTo>
                <a:lnTo>
                  <a:pt x="98942" y="1240152"/>
                </a:lnTo>
                <a:lnTo>
                  <a:pt x="121874" y="1197300"/>
                </a:lnTo>
                <a:lnTo>
                  <a:pt x="148403" y="1153852"/>
                </a:lnTo>
                <a:lnTo>
                  <a:pt x="176646" y="1112967"/>
                </a:lnTo>
                <a:lnTo>
                  <a:pt x="206526" y="1074590"/>
                </a:lnTo>
                <a:lnTo>
                  <a:pt x="237970" y="1038665"/>
                </a:lnTo>
                <a:lnTo>
                  <a:pt x="270901" y="1005138"/>
                </a:lnTo>
                <a:lnTo>
                  <a:pt x="305244" y="973954"/>
                </a:lnTo>
                <a:lnTo>
                  <a:pt x="340924" y="945060"/>
                </a:lnTo>
                <a:lnTo>
                  <a:pt x="377866" y="918399"/>
                </a:lnTo>
                <a:lnTo>
                  <a:pt x="415994" y="893917"/>
                </a:lnTo>
                <a:lnTo>
                  <a:pt x="455232" y="871560"/>
                </a:lnTo>
                <a:lnTo>
                  <a:pt x="495507" y="851272"/>
                </a:lnTo>
                <a:lnTo>
                  <a:pt x="536742" y="833000"/>
                </a:lnTo>
                <a:lnTo>
                  <a:pt x="578862" y="816688"/>
                </a:lnTo>
                <a:lnTo>
                  <a:pt x="621792" y="802281"/>
                </a:lnTo>
                <a:lnTo>
                  <a:pt x="665456" y="789726"/>
                </a:lnTo>
                <a:lnTo>
                  <a:pt x="709779" y="778967"/>
                </a:lnTo>
                <a:lnTo>
                  <a:pt x="754686" y="769949"/>
                </a:lnTo>
                <a:lnTo>
                  <a:pt x="800102" y="762618"/>
                </a:lnTo>
                <a:lnTo>
                  <a:pt x="845951" y="756920"/>
                </a:lnTo>
                <a:lnTo>
                  <a:pt x="892158" y="752798"/>
                </a:lnTo>
                <a:lnTo>
                  <a:pt x="938648" y="750200"/>
                </a:lnTo>
                <a:lnTo>
                  <a:pt x="985345" y="749069"/>
                </a:lnTo>
                <a:lnTo>
                  <a:pt x="1032174" y="749352"/>
                </a:lnTo>
                <a:lnTo>
                  <a:pt x="1079060" y="750993"/>
                </a:lnTo>
                <a:lnTo>
                  <a:pt x="1125928" y="753938"/>
                </a:lnTo>
                <a:lnTo>
                  <a:pt x="1172702" y="758132"/>
                </a:lnTo>
                <a:lnTo>
                  <a:pt x="1219306" y="763521"/>
                </a:lnTo>
                <a:lnTo>
                  <a:pt x="1265666" y="770049"/>
                </a:lnTo>
                <a:lnTo>
                  <a:pt x="1311706" y="777662"/>
                </a:lnTo>
                <a:lnTo>
                  <a:pt x="1357352" y="786306"/>
                </a:lnTo>
                <a:lnTo>
                  <a:pt x="1402527" y="795925"/>
                </a:lnTo>
                <a:lnTo>
                  <a:pt x="1447156" y="806465"/>
                </a:lnTo>
                <a:lnTo>
                  <a:pt x="1491165" y="817871"/>
                </a:lnTo>
                <a:lnTo>
                  <a:pt x="1534477" y="830089"/>
                </a:lnTo>
                <a:lnTo>
                  <a:pt x="1577018" y="843064"/>
                </a:lnTo>
                <a:lnTo>
                  <a:pt x="1618711" y="856740"/>
                </a:lnTo>
                <a:lnTo>
                  <a:pt x="1661927" y="872005"/>
                </a:lnTo>
                <a:lnTo>
                  <a:pt x="1705442" y="888477"/>
                </a:lnTo>
                <a:lnTo>
                  <a:pt x="1749245" y="906032"/>
                </a:lnTo>
                <a:lnTo>
                  <a:pt x="1793325" y="924545"/>
                </a:lnTo>
                <a:lnTo>
                  <a:pt x="1837670" y="943890"/>
                </a:lnTo>
                <a:lnTo>
                  <a:pt x="1882269" y="963944"/>
                </a:lnTo>
                <a:lnTo>
                  <a:pt x="1927110" y="984582"/>
                </a:lnTo>
                <a:lnTo>
                  <a:pt x="1972181" y="1005678"/>
                </a:lnTo>
                <a:lnTo>
                  <a:pt x="2108665" y="1070470"/>
                </a:lnTo>
                <a:lnTo>
                  <a:pt x="2200597" y="1113672"/>
                </a:lnTo>
                <a:lnTo>
                  <a:pt x="2246810" y="1134900"/>
                </a:lnTo>
                <a:lnTo>
                  <a:pt x="2293174" y="1155713"/>
                </a:lnTo>
                <a:lnTo>
                  <a:pt x="2339677" y="1175987"/>
                </a:lnTo>
                <a:lnTo>
                  <a:pt x="2386306" y="1195596"/>
                </a:lnTo>
                <a:lnTo>
                  <a:pt x="2433051" y="1214417"/>
                </a:lnTo>
                <a:lnTo>
                  <a:pt x="2479900" y="1232323"/>
                </a:lnTo>
                <a:lnTo>
                  <a:pt x="2526841" y="1249191"/>
                </a:lnTo>
                <a:lnTo>
                  <a:pt x="2573863" y="1264896"/>
                </a:lnTo>
                <a:lnTo>
                  <a:pt x="2620955" y="1279312"/>
                </a:lnTo>
                <a:lnTo>
                  <a:pt x="2668104" y="1292316"/>
                </a:lnTo>
                <a:lnTo>
                  <a:pt x="2715300" y="1303782"/>
                </a:lnTo>
                <a:lnTo>
                  <a:pt x="2762530" y="1313585"/>
                </a:lnTo>
                <a:lnTo>
                  <a:pt x="2809784" y="1321601"/>
                </a:lnTo>
                <a:lnTo>
                  <a:pt x="2857050" y="1327705"/>
                </a:lnTo>
                <a:lnTo>
                  <a:pt x="2904316" y="1331772"/>
                </a:lnTo>
                <a:lnTo>
                  <a:pt x="2951571" y="1333677"/>
                </a:lnTo>
                <a:lnTo>
                  <a:pt x="2998803" y="1333296"/>
                </a:lnTo>
                <a:lnTo>
                  <a:pt x="3046001" y="1330504"/>
                </a:lnTo>
                <a:lnTo>
                  <a:pt x="3093153" y="1325176"/>
                </a:lnTo>
                <a:lnTo>
                  <a:pt x="3142835" y="1316230"/>
                </a:lnTo>
                <a:lnTo>
                  <a:pt x="3190751" y="1303801"/>
                </a:lnTo>
                <a:lnTo>
                  <a:pt x="3237002" y="1288118"/>
                </a:lnTo>
                <a:lnTo>
                  <a:pt x="3281691" y="1269411"/>
                </a:lnTo>
                <a:lnTo>
                  <a:pt x="3324921" y="1247912"/>
                </a:lnTo>
                <a:lnTo>
                  <a:pt x="3366795" y="1223850"/>
                </a:lnTo>
                <a:lnTo>
                  <a:pt x="3407414" y="1197455"/>
                </a:lnTo>
                <a:lnTo>
                  <a:pt x="3446883" y="1168957"/>
                </a:lnTo>
                <a:lnTo>
                  <a:pt x="3485303" y="1138587"/>
                </a:lnTo>
                <a:lnTo>
                  <a:pt x="3522777" y="1106575"/>
                </a:lnTo>
                <a:lnTo>
                  <a:pt x="3559408" y="1073150"/>
                </a:lnTo>
                <a:lnTo>
                  <a:pt x="3595298" y="1038543"/>
                </a:lnTo>
                <a:lnTo>
                  <a:pt x="3630551" y="1002985"/>
                </a:lnTo>
                <a:lnTo>
                  <a:pt x="3665268" y="966705"/>
                </a:lnTo>
                <a:lnTo>
                  <a:pt x="3699553" y="929933"/>
                </a:lnTo>
                <a:lnTo>
                  <a:pt x="3834419" y="782535"/>
                </a:lnTo>
                <a:lnTo>
                  <a:pt x="3868081" y="746759"/>
                </a:lnTo>
                <a:lnTo>
                  <a:pt x="3903071" y="710545"/>
                </a:lnTo>
                <a:lnTo>
                  <a:pt x="3938520" y="674841"/>
                </a:lnTo>
                <a:lnTo>
                  <a:pt x="3974430" y="639679"/>
                </a:lnTo>
                <a:lnTo>
                  <a:pt x="4010806" y="605092"/>
                </a:lnTo>
                <a:lnTo>
                  <a:pt x="4047649" y="571115"/>
                </a:lnTo>
                <a:lnTo>
                  <a:pt x="4084963" y="537779"/>
                </a:lnTo>
                <a:lnTo>
                  <a:pt x="4122751" y="505119"/>
                </a:lnTo>
                <a:lnTo>
                  <a:pt x="4161016" y="473167"/>
                </a:lnTo>
                <a:lnTo>
                  <a:pt x="4199762" y="441957"/>
                </a:lnTo>
                <a:lnTo>
                  <a:pt x="4238990" y="411522"/>
                </a:lnTo>
                <a:lnTo>
                  <a:pt x="4278704" y="381896"/>
                </a:lnTo>
                <a:lnTo>
                  <a:pt x="4318907" y="353111"/>
                </a:lnTo>
                <a:lnTo>
                  <a:pt x="4359603" y="325202"/>
                </a:lnTo>
                <a:lnTo>
                  <a:pt x="4400794" y="298200"/>
                </a:lnTo>
                <a:lnTo>
                  <a:pt x="4442483" y="272140"/>
                </a:lnTo>
                <a:lnTo>
                  <a:pt x="4484673" y="247055"/>
                </a:lnTo>
                <a:lnTo>
                  <a:pt x="4527368" y="222978"/>
                </a:lnTo>
                <a:lnTo>
                  <a:pt x="4570570" y="199942"/>
                </a:lnTo>
                <a:lnTo>
                  <a:pt x="4614282" y="177981"/>
                </a:lnTo>
                <a:lnTo>
                  <a:pt x="4658508" y="157128"/>
                </a:lnTo>
                <a:lnTo>
                  <a:pt x="4703250" y="137416"/>
                </a:lnTo>
                <a:lnTo>
                  <a:pt x="4748512" y="118878"/>
                </a:lnTo>
                <a:lnTo>
                  <a:pt x="4794296" y="101548"/>
                </a:lnTo>
                <a:lnTo>
                  <a:pt x="4840606" y="85459"/>
                </a:lnTo>
                <a:lnTo>
                  <a:pt x="4887444" y="70644"/>
                </a:lnTo>
                <a:lnTo>
                  <a:pt x="4934815" y="57136"/>
                </a:lnTo>
                <a:lnTo>
                  <a:pt x="4982719" y="44969"/>
                </a:lnTo>
                <a:lnTo>
                  <a:pt x="5031162" y="34176"/>
                </a:lnTo>
                <a:lnTo>
                  <a:pt x="5080145" y="24791"/>
                </a:lnTo>
                <a:lnTo>
                  <a:pt x="5129673" y="16846"/>
                </a:lnTo>
                <a:lnTo>
                  <a:pt x="5206336" y="7749"/>
                </a:lnTo>
                <a:lnTo>
                  <a:pt x="5246857" y="4433"/>
                </a:lnTo>
                <a:lnTo>
                  <a:pt x="5288639" y="2003"/>
                </a:lnTo>
                <a:lnTo>
                  <a:pt x="5331532" y="509"/>
                </a:lnTo>
                <a:lnTo>
                  <a:pt x="5375387" y="0"/>
                </a:lnTo>
                <a:lnTo>
                  <a:pt x="5420055" y="524"/>
                </a:lnTo>
                <a:lnTo>
                  <a:pt x="5465386" y="2132"/>
                </a:lnTo>
                <a:lnTo>
                  <a:pt x="5511232" y="4873"/>
                </a:lnTo>
                <a:lnTo>
                  <a:pt x="5557443" y="8795"/>
                </a:lnTo>
                <a:lnTo>
                  <a:pt x="5603871" y="13947"/>
                </a:lnTo>
                <a:lnTo>
                  <a:pt x="5650364" y="20379"/>
                </a:lnTo>
                <a:lnTo>
                  <a:pt x="5696776" y="28140"/>
                </a:lnTo>
                <a:lnTo>
                  <a:pt x="5742956" y="37279"/>
                </a:lnTo>
                <a:lnTo>
                  <a:pt x="5788754" y="47845"/>
                </a:lnTo>
                <a:lnTo>
                  <a:pt x="5834023" y="59888"/>
                </a:lnTo>
                <a:lnTo>
                  <a:pt x="5878613" y="73455"/>
                </a:lnTo>
                <a:lnTo>
                  <a:pt x="5922373" y="88598"/>
                </a:lnTo>
                <a:lnTo>
                  <a:pt x="5965156" y="105363"/>
                </a:lnTo>
                <a:lnTo>
                  <a:pt x="6006812" y="123802"/>
                </a:lnTo>
                <a:lnTo>
                  <a:pt x="6047192" y="143962"/>
                </a:lnTo>
                <a:lnTo>
                  <a:pt x="6086146" y="165894"/>
                </a:lnTo>
                <a:lnTo>
                  <a:pt x="6123526" y="189645"/>
                </a:lnTo>
                <a:lnTo>
                  <a:pt x="6159182" y="215266"/>
                </a:lnTo>
                <a:lnTo>
                  <a:pt x="6192964" y="242806"/>
                </a:lnTo>
                <a:lnTo>
                  <a:pt x="6224725" y="272312"/>
                </a:lnTo>
                <a:lnTo>
                  <a:pt x="6254314" y="303836"/>
                </a:lnTo>
                <a:lnTo>
                  <a:pt x="6281582" y="337425"/>
                </a:lnTo>
                <a:lnTo>
                  <a:pt x="6306380" y="373129"/>
                </a:lnTo>
                <a:lnTo>
                  <a:pt x="6328558" y="410997"/>
                </a:lnTo>
                <a:lnTo>
                  <a:pt x="6347969" y="451079"/>
                </a:lnTo>
                <a:lnTo>
                  <a:pt x="6364461" y="493422"/>
                </a:lnTo>
                <a:lnTo>
                  <a:pt x="6377887" y="538078"/>
                </a:lnTo>
                <a:lnTo>
                  <a:pt x="6388097" y="585093"/>
                </a:lnTo>
                <a:lnTo>
                  <a:pt x="6394378" y="632932"/>
                </a:lnTo>
                <a:lnTo>
                  <a:pt x="6396626" y="680758"/>
                </a:lnTo>
                <a:lnTo>
                  <a:pt x="6395388" y="728581"/>
                </a:lnTo>
                <a:lnTo>
                  <a:pt x="6391210" y="776410"/>
                </a:lnTo>
                <a:lnTo>
                  <a:pt x="6384641" y="824256"/>
                </a:lnTo>
                <a:lnTo>
                  <a:pt x="6376227" y="872129"/>
                </a:lnTo>
                <a:lnTo>
                  <a:pt x="6366516" y="920040"/>
                </a:lnTo>
                <a:lnTo>
                  <a:pt x="6345390" y="1016014"/>
                </a:lnTo>
                <a:lnTo>
                  <a:pt x="6335071" y="1064098"/>
                </a:lnTo>
                <a:lnTo>
                  <a:pt x="6325643" y="1112260"/>
                </a:lnTo>
                <a:lnTo>
                  <a:pt x="6317653" y="1160510"/>
                </a:lnTo>
                <a:lnTo>
                  <a:pt x="6311651" y="1208859"/>
                </a:lnTo>
                <a:lnTo>
                  <a:pt x="6308181" y="1257316"/>
                </a:lnTo>
                <a:lnTo>
                  <a:pt x="6307792" y="1305892"/>
                </a:lnTo>
                <a:lnTo>
                  <a:pt x="6310883" y="1354933"/>
                </a:lnTo>
                <a:lnTo>
                  <a:pt x="6317297" y="1402783"/>
                </a:lnTo>
                <a:lnTo>
                  <a:pt x="6326829" y="1449518"/>
                </a:lnTo>
                <a:lnTo>
                  <a:pt x="6339273" y="1495215"/>
                </a:lnTo>
                <a:lnTo>
                  <a:pt x="6354424" y="1539951"/>
                </a:lnTo>
                <a:lnTo>
                  <a:pt x="6372076" y="1583805"/>
                </a:lnTo>
                <a:lnTo>
                  <a:pt x="6392022" y="1626852"/>
                </a:lnTo>
                <a:lnTo>
                  <a:pt x="6414058" y="1669170"/>
                </a:lnTo>
                <a:lnTo>
                  <a:pt x="6437978" y="1710837"/>
                </a:lnTo>
                <a:lnTo>
                  <a:pt x="6463576" y="1751929"/>
                </a:lnTo>
                <a:lnTo>
                  <a:pt x="6490646" y="1792524"/>
                </a:lnTo>
                <a:lnTo>
                  <a:pt x="6518983" y="1832699"/>
                </a:lnTo>
                <a:lnTo>
                  <a:pt x="6548381" y="1872530"/>
                </a:lnTo>
                <a:lnTo>
                  <a:pt x="6578635" y="1912096"/>
                </a:lnTo>
                <a:lnTo>
                  <a:pt x="6609538" y="1951473"/>
                </a:lnTo>
                <a:lnTo>
                  <a:pt x="6735533" y="2108640"/>
                </a:lnTo>
                <a:lnTo>
                  <a:pt x="6766599" y="2148233"/>
                </a:lnTo>
                <a:lnTo>
                  <a:pt x="6797081" y="2188099"/>
                </a:lnTo>
                <a:lnTo>
                  <a:pt x="6826772" y="2228318"/>
                </a:lnTo>
                <a:lnTo>
                  <a:pt x="6855468" y="2268965"/>
                </a:lnTo>
                <a:lnTo>
                  <a:pt x="6882963" y="2310119"/>
                </a:lnTo>
                <a:lnTo>
                  <a:pt x="6909050" y="2351855"/>
                </a:lnTo>
                <a:lnTo>
                  <a:pt x="6933135" y="2393607"/>
                </a:lnTo>
                <a:lnTo>
                  <a:pt x="6955641" y="2436149"/>
                </a:lnTo>
                <a:lnTo>
                  <a:pt x="6976581" y="2479435"/>
                </a:lnTo>
                <a:lnTo>
                  <a:pt x="6995972" y="2523419"/>
                </a:lnTo>
                <a:lnTo>
                  <a:pt x="7013826" y="2568055"/>
                </a:lnTo>
                <a:lnTo>
                  <a:pt x="7030158" y="2613298"/>
                </a:lnTo>
                <a:lnTo>
                  <a:pt x="7044983" y="2659102"/>
                </a:lnTo>
                <a:lnTo>
                  <a:pt x="7058315" y="2705421"/>
                </a:lnTo>
                <a:lnTo>
                  <a:pt x="7070168" y="2752209"/>
                </a:lnTo>
                <a:lnTo>
                  <a:pt x="7080557" y="2799421"/>
                </a:lnTo>
                <a:lnTo>
                  <a:pt x="7089497" y="2847010"/>
                </a:lnTo>
                <a:lnTo>
                  <a:pt x="7097000" y="2894931"/>
                </a:lnTo>
                <a:lnTo>
                  <a:pt x="7103083" y="2943139"/>
                </a:lnTo>
                <a:lnTo>
                  <a:pt x="7107759" y="2991587"/>
                </a:lnTo>
                <a:lnTo>
                  <a:pt x="7111043" y="3040230"/>
                </a:lnTo>
                <a:lnTo>
                  <a:pt x="7112949" y="3089021"/>
                </a:lnTo>
                <a:lnTo>
                  <a:pt x="7113491" y="3137915"/>
                </a:lnTo>
                <a:lnTo>
                  <a:pt x="7112684" y="3186867"/>
                </a:lnTo>
                <a:lnTo>
                  <a:pt x="7110543" y="3235830"/>
                </a:lnTo>
                <a:lnTo>
                  <a:pt x="7107080" y="3284759"/>
                </a:lnTo>
                <a:lnTo>
                  <a:pt x="7102312" y="3333608"/>
                </a:lnTo>
                <a:lnTo>
                  <a:pt x="7096253" y="3382332"/>
                </a:lnTo>
                <a:lnTo>
                  <a:pt x="7088916" y="3430883"/>
                </a:lnTo>
                <a:lnTo>
                  <a:pt x="7080316" y="3479217"/>
                </a:lnTo>
                <a:lnTo>
                  <a:pt x="7070468" y="3527288"/>
                </a:lnTo>
                <a:lnTo>
                  <a:pt x="7059385" y="3575050"/>
                </a:lnTo>
                <a:lnTo>
                  <a:pt x="7047083" y="3622457"/>
                </a:lnTo>
                <a:lnTo>
                  <a:pt x="7033576" y="3669464"/>
                </a:lnTo>
                <a:lnTo>
                  <a:pt x="7018877" y="3716025"/>
                </a:lnTo>
                <a:lnTo>
                  <a:pt x="7003002" y="3762093"/>
                </a:lnTo>
                <a:lnTo>
                  <a:pt x="6985965" y="3807624"/>
                </a:lnTo>
                <a:lnTo>
                  <a:pt x="6967225" y="3854090"/>
                </a:lnTo>
                <a:lnTo>
                  <a:pt x="6947412" y="3899980"/>
                </a:lnTo>
                <a:lnTo>
                  <a:pt x="6926553" y="3945293"/>
                </a:lnTo>
                <a:lnTo>
                  <a:pt x="6904674" y="3990029"/>
                </a:lnTo>
                <a:lnTo>
                  <a:pt x="6881802" y="4034187"/>
                </a:lnTo>
                <a:lnTo>
                  <a:pt x="6857962" y="4077767"/>
                </a:lnTo>
                <a:lnTo>
                  <a:pt x="6833181" y="4120769"/>
                </a:lnTo>
                <a:lnTo>
                  <a:pt x="6807485" y="4163191"/>
                </a:lnTo>
                <a:lnTo>
                  <a:pt x="6780901" y="4205035"/>
                </a:lnTo>
                <a:lnTo>
                  <a:pt x="6753454" y="4246298"/>
                </a:lnTo>
                <a:lnTo>
                  <a:pt x="6725172" y="4286982"/>
                </a:lnTo>
                <a:lnTo>
                  <a:pt x="6696081" y="4327085"/>
                </a:lnTo>
                <a:lnTo>
                  <a:pt x="6666206" y="4366607"/>
                </a:lnTo>
                <a:lnTo>
                  <a:pt x="6635574" y="4405548"/>
                </a:lnTo>
                <a:lnTo>
                  <a:pt x="6604211" y="4443908"/>
                </a:lnTo>
                <a:lnTo>
                  <a:pt x="6572144" y="4481685"/>
                </a:lnTo>
                <a:lnTo>
                  <a:pt x="6539400" y="4518880"/>
                </a:lnTo>
                <a:lnTo>
                  <a:pt x="6506003" y="4555492"/>
                </a:lnTo>
                <a:lnTo>
                  <a:pt x="6471981" y="4591521"/>
                </a:lnTo>
                <a:lnTo>
                  <a:pt x="6437360" y="4626966"/>
                </a:lnTo>
                <a:lnTo>
                  <a:pt x="6402166" y="4661827"/>
                </a:lnTo>
                <a:lnTo>
                  <a:pt x="6366426" y="4696104"/>
                </a:lnTo>
                <a:lnTo>
                  <a:pt x="6330166" y="4729795"/>
                </a:lnTo>
                <a:lnTo>
                  <a:pt x="6293411" y="4762902"/>
                </a:lnTo>
                <a:lnTo>
                  <a:pt x="6256190" y="4795423"/>
                </a:lnTo>
                <a:lnTo>
                  <a:pt x="6218527" y="4827358"/>
                </a:lnTo>
                <a:lnTo>
                  <a:pt x="6180448" y="4858707"/>
                </a:lnTo>
                <a:lnTo>
                  <a:pt x="6141982" y="4889469"/>
                </a:lnTo>
                <a:lnTo>
                  <a:pt x="6103153" y="4919644"/>
                </a:lnTo>
                <a:lnTo>
                  <a:pt x="6063988" y="4949231"/>
                </a:lnTo>
                <a:lnTo>
                  <a:pt x="6022889" y="4979434"/>
                </a:lnTo>
                <a:lnTo>
                  <a:pt x="5981457" y="5009077"/>
                </a:lnTo>
                <a:lnTo>
                  <a:pt x="5939703" y="5038179"/>
                </a:lnTo>
                <a:lnTo>
                  <a:pt x="5897638" y="5066758"/>
                </a:lnTo>
                <a:lnTo>
                  <a:pt x="5855276" y="5094833"/>
                </a:lnTo>
                <a:lnTo>
                  <a:pt x="5812628" y="5122420"/>
                </a:lnTo>
                <a:lnTo>
                  <a:pt x="5769705" y="5149539"/>
                </a:lnTo>
                <a:lnTo>
                  <a:pt x="5726520" y="5176208"/>
                </a:lnTo>
                <a:lnTo>
                  <a:pt x="5683084" y="5202445"/>
                </a:lnTo>
                <a:lnTo>
                  <a:pt x="5639410" y="5228268"/>
                </a:lnTo>
                <a:lnTo>
                  <a:pt x="5595508" y="5253695"/>
                </a:lnTo>
                <a:lnTo>
                  <a:pt x="5551392" y="5278745"/>
                </a:lnTo>
                <a:lnTo>
                  <a:pt x="5507073" y="5303436"/>
                </a:lnTo>
                <a:lnTo>
                  <a:pt x="5462562" y="5327786"/>
                </a:lnTo>
                <a:lnTo>
                  <a:pt x="5417872" y="5351813"/>
                </a:lnTo>
                <a:lnTo>
                  <a:pt x="5373015" y="5375535"/>
                </a:lnTo>
                <a:lnTo>
                  <a:pt x="5328002" y="5398971"/>
                </a:lnTo>
                <a:lnTo>
                  <a:pt x="5237557" y="5445057"/>
                </a:lnTo>
                <a:lnTo>
                  <a:pt x="5146632" y="5490216"/>
                </a:lnTo>
                <a:lnTo>
                  <a:pt x="5055322" y="5534594"/>
                </a:lnTo>
                <a:lnTo>
                  <a:pt x="4963722" y="5578337"/>
                </a:lnTo>
                <a:lnTo>
                  <a:pt x="4825988" y="5643078"/>
                </a:lnTo>
                <a:lnTo>
                  <a:pt x="4550422" y="5770771"/>
                </a:lnTo>
                <a:lnTo>
                  <a:pt x="4458102" y="5812367"/>
                </a:lnTo>
                <a:lnTo>
                  <a:pt x="4411757" y="5832730"/>
                </a:lnTo>
                <a:lnTo>
                  <a:pt x="4365275" y="5852712"/>
                </a:lnTo>
                <a:lnTo>
                  <a:pt x="4318645" y="5872248"/>
                </a:lnTo>
                <a:lnTo>
                  <a:pt x="4271856" y="5891269"/>
                </a:lnTo>
                <a:lnTo>
                  <a:pt x="4224898" y="5909709"/>
                </a:lnTo>
                <a:lnTo>
                  <a:pt x="4177761" y="5927500"/>
                </a:lnTo>
                <a:lnTo>
                  <a:pt x="4130434" y="5944574"/>
                </a:lnTo>
                <a:lnTo>
                  <a:pt x="4082905" y="5960866"/>
                </a:lnTo>
                <a:lnTo>
                  <a:pt x="4035166" y="5976307"/>
                </a:lnTo>
                <a:lnTo>
                  <a:pt x="3987205" y="5990831"/>
                </a:lnTo>
                <a:lnTo>
                  <a:pt x="3939011" y="6004370"/>
                </a:lnTo>
                <a:lnTo>
                  <a:pt x="3890575" y="6016856"/>
                </a:lnTo>
                <a:lnTo>
                  <a:pt x="3841885" y="6028223"/>
                </a:lnTo>
                <a:lnTo>
                  <a:pt x="3792931" y="6038404"/>
                </a:lnTo>
                <a:lnTo>
                  <a:pt x="3743702" y="6047331"/>
                </a:lnTo>
                <a:lnTo>
                  <a:pt x="3694189" y="6054937"/>
                </a:lnTo>
                <a:lnTo>
                  <a:pt x="3646616" y="6060832"/>
                </a:lnTo>
                <a:lnTo>
                  <a:pt x="3598743" y="6065265"/>
                </a:lnTo>
                <a:lnTo>
                  <a:pt x="3550652" y="6068201"/>
                </a:lnTo>
                <a:lnTo>
                  <a:pt x="3502426" y="6069605"/>
                </a:lnTo>
                <a:close/>
              </a:path>
            </a:pathLst>
          </a:custGeom>
          <a:solidFill>
            <a:srgbClr val="1367A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903" y="4964989"/>
            <a:ext cx="5930093" cy="371265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4598" y="976919"/>
            <a:ext cx="6549783" cy="6549784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1470984" y="843306"/>
            <a:ext cx="6817359" cy="6817359"/>
          </a:xfrm>
          <a:custGeom>
            <a:avLst/>
            <a:gdLst/>
            <a:ahLst/>
            <a:cxnLst/>
            <a:rect l="l" t="t" r="r" b="b"/>
            <a:pathLst>
              <a:path w="6817359" h="6817359">
                <a:moveTo>
                  <a:pt x="6068357" y="6817010"/>
                </a:moveTo>
                <a:lnTo>
                  <a:pt x="0" y="6068357"/>
                </a:lnTo>
                <a:lnTo>
                  <a:pt x="748654" y="0"/>
                </a:lnTo>
                <a:lnTo>
                  <a:pt x="2914713" y="267226"/>
                </a:lnTo>
                <a:lnTo>
                  <a:pt x="957186" y="267226"/>
                </a:lnTo>
                <a:lnTo>
                  <a:pt x="267227" y="5859824"/>
                </a:lnTo>
                <a:lnTo>
                  <a:pt x="6097704" y="6579130"/>
                </a:lnTo>
                <a:lnTo>
                  <a:pt x="6068357" y="6817010"/>
                </a:lnTo>
                <a:close/>
              </a:path>
              <a:path w="6817359" h="6817359">
                <a:moveTo>
                  <a:pt x="5858616" y="6549634"/>
                </a:moveTo>
                <a:lnTo>
                  <a:pt x="6548570" y="957036"/>
                </a:lnTo>
                <a:lnTo>
                  <a:pt x="957186" y="267226"/>
                </a:lnTo>
                <a:lnTo>
                  <a:pt x="2914713" y="267226"/>
                </a:lnTo>
                <a:lnTo>
                  <a:pt x="6817011" y="748653"/>
                </a:lnTo>
                <a:lnTo>
                  <a:pt x="6101343" y="6549634"/>
                </a:lnTo>
                <a:lnTo>
                  <a:pt x="5858616" y="6549634"/>
                </a:lnTo>
                <a:close/>
              </a:path>
              <a:path w="6817359" h="6817359">
                <a:moveTo>
                  <a:pt x="6097704" y="6579130"/>
                </a:moveTo>
                <a:lnTo>
                  <a:pt x="5858616" y="6549634"/>
                </a:lnTo>
                <a:lnTo>
                  <a:pt x="6101343" y="6549634"/>
                </a:lnTo>
                <a:lnTo>
                  <a:pt x="6097704" y="65791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4370" y="9829547"/>
            <a:ext cx="3171824" cy="45719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53086" y="0"/>
            <a:ext cx="1133474" cy="104774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453572" y="3152217"/>
            <a:ext cx="1548765" cy="0"/>
          </a:xfrm>
          <a:custGeom>
            <a:avLst/>
            <a:gdLst/>
            <a:ahLst/>
            <a:cxnLst/>
            <a:rect l="l" t="t" r="r" b="b"/>
            <a:pathLst>
              <a:path w="1548764" h="0">
                <a:moveTo>
                  <a:pt x="0" y="0"/>
                </a:moveTo>
                <a:lnTo>
                  <a:pt x="1548288" y="0"/>
                </a:lnTo>
              </a:path>
            </a:pathLst>
          </a:custGeom>
          <a:ln w="38099">
            <a:solidFill>
              <a:srgbClr val="0F41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453572" y="5142169"/>
            <a:ext cx="1548765" cy="0"/>
          </a:xfrm>
          <a:custGeom>
            <a:avLst/>
            <a:gdLst/>
            <a:ahLst/>
            <a:cxnLst/>
            <a:rect l="l" t="t" r="r" b="b"/>
            <a:pathLst>
              <a:path w="1548764" h="0">
                <a:moveTo>
                  <a:pt x="0" y="0"/>
                </a:moveTo>
                <a:lnTo>
                  <a:pt x="1548288" y="0"/>
                </a:lnTo>
              </a:path>
            </a:pathLst>
          </a:custGeom>
          <a:ln w="38099">
            <a:solidFill>
              <a:srgbClr val="0F41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453572" y="7145098"/>
            <a:ext cx="1548765" cy="0"/>
          </a:xfrm>
          <a:custGeom>
            <a:avLst/>
            <a:gdLst/>
            <a:ahLst/>
            <a:cxnLst/>
            <a:rect l="l" t="t" r="r" b="b"/>
            <a:pathLst>
              <a:path w="1548764" h="0">
                <a:moveTo>
                  <a:pt x="0" y="0"/>
                </a:moveTo>
                <a:lnTo>
                  <a:pt x="1548288" y="0"/>
                </a:lnTo>
              </a:path>
            </a:pathLst>
          </a:custGeom>
          <a:ln w="38099">
            <a:solidFill>
              <a:srgbClr val="0F41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453572" y="9038311"/>
            <a:ext cx="1548765" cy="0"/>
          </a:xfrm>
          <a:custGeom>
            <a:avLst/>
            <a:gdLst/>
            <a:ahLst/>
            <a:cxnLst/>
            <a:rect l="l" t="t" r="r" b="b"/>
            <a:pathLst>
              <a:path w="1548764" h="0">
                <a:moveTo>
                  <a:pt x="0" y="0"/>
                </a:moveTo>
                <a:lnTo>
                  <a:pt x="1548288" y="0"/>
                </a:lnTo>
              </a:path>
            </a:pathLst>
          </a:custGeom>
          <a:ln w="38099">
            <a:solidFill>
              <a:srgbClr val="0F41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1" i="0">
                <a:solidFill>
                  <a:srgbClr val="1367A2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1" i="0">
                <a:solidFill>
                  <a:srgbClr val="1367A2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1" i="0">
                <a:solidFill>
                  <a:srgbClr val="1367A2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84450" y="10122"/>
            <a:ext cx="6762115" cy="1115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1" i="0">
                <a:solidFill>
                  <a:srgbClr val="1367A2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232" y="2646012"/>
            <a:ext cx="11369675" cy="7179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45621" y="2320890"/>
            <a:ext cx="8598535" cy="428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2015"/>
              </a:lnSpc>
              <a:spcBef>
                <a:spcPts val="120"/>
              </a:spcBef>
            </a:pPr>
            <a:r>
              <a:rPr dirty="0" sz="10900" spc="-270">
                <a:solidFill>
                  <a:srgbClr val="0F4170"/>
                </a:solidFill>
                <a:latin typeface="Tahoma"/>
                <a:cs typeface="Tahoma"/>
              </a:rPr>
              <a:t>K</a:t>
            </a:r>
            <a:r>
              <a:rPr dirty="0" sz="10900" spc="-240">
                <a:solidFill>
                  <a:srgbClr val="0F4170"/>
                </a:solidFill>
                <a:latin typeface="Tahoma"/>
                <a:cs typeface="Tahoma"/>
              </a:rPr>
              <a:t>N</a:t>
            </a:r>
            <a:r>
              <a:rPr dirty="0" sz="10900" spc="-180">
                <a:solidFill>
                  <a:srgbClr val="0F4170"/>
                </a:solidFill>
                <a:latin typeface="Tahoma"/>
                <a:cs typeface="Tahoma"/>
              </a:rPr>
              <a:t>O</a:t>
            </a:r>
            <a:r>
              <a:rPr dirty="0" sz="10900" spc="595">
                <a:solidFill>
                  <a:srgbClr val="0F4170"/>
                </a:solidFill>
                <a:latin typeface="Tahoma"/>
                <a:cs typeface="Tahoma"/>
              </a:rPr>
              <a:t>W</a:t>
            </a:r>
            <a:endParaRPr sz="10900">
              <a:latin typeface="Tahoma"/>
              <a:cs typeface="Tahoma"/>
            </a:endParaRPr>
          </a:p>
          <a:p>
            <a:pPr algn="ctr" marL="499109">
              <a:lnSpc>
                <a:spcPts val="10200"/>
              </a:lnSpc>
            </a:pPr>
            <a:r>
              <a:rPr dirty="0" sz="10900" spc="-875">
                <a:solidFill>
                  <a:srgbClr val="0F4170"/>
                </a:solidFill>
                <a:latin typeface="Comic Sans MS"/>
                <a:cs typeface="Comic Sans MS"/>
              </a:rPr>
              <a:t>YOU</a:t>
            </a:r>
            <a:r>
              <a:rPr dirty="0" sz="10900" spc="-20">
                <a:solidFill>
                  <a:srgbClr val="0F4170"/>
                </a:solidFill>
                <a:latin typeface="Comic Sans MS"/>
                <a:cs typeface="Comic Sans MS"/>
              </a:rPr>
              <a:t>R</a:t>
            </a:r>
            <a:endParaRPr sz="10900">
              <a:latin typeface="Comic Sans MS"/>
              <a:cs typeface="Comic Sans MS"/>
            </a:endParaRPr>
          </a:p>
          <a:p>
            <a:pPr marL="5719445">
              <a:lnSpc>
                <a:spcPts val="11265"/>
              </a:lnSpc>
            </a:pPr>
            <a:r>
              <a:rPr dirty="0" sz="10900" spc="-855">
                <a:solidFill>
                  <a:srgbClr val="0F4170"/>
                </a:solidFill>
                <a:latin typeface="Tahoma"/>
                <a:cs typeface="Tahoma"/>
              </a:rPr>
              <a:t>P</a:t>
            </a:r>
            <a:r>
              <a:rPr dirty="0" sz="10900" spc="-894">
                <a:solidFill>
                  <a:srgbClr val="0F4170"/>
                </a:solidFill>
                <a:latin typeface="Tahoma"/>
                <a:cs typeface="Tahoma"/>
              </a:rPr>
              <a:t>EE</a:t>
            </a:r>
            <a:r>
              <a:rPr dirty="0" sz="10900" spc="-40">
                <a:solidFill>
                  <a:srgbClr val="0F4170"/>
                </a:solidFill>
                <a:latin typeface="Tahoma"/>
                <a:cs typeface="Tahoma"/>
              </a:rPr>
              <a:t>R</a:t>
            </a:r>
            <a:endParaRPr sz="109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457647" y="6209181"/>
            <a:ext cx="8830945" cy="4077970"/>
            <a:chOff x="9457647" y="6209181"/>
            <a:chExt cx="8830945" cy="4077970"/>
          </a:xfrm>
        </p:grpSpPr>
        <p:sp>
          <p:nvSpPr>
            <p:cNvPr id="4" name="object 4" descr=""/>
            <p:cNvSpPr/>
            <p:nvPr/>
          </p:nvSpPr>
          <p:spPr>
            <a:xfrm>
              <a:off x="10303285" y="6209181"/>
              <a:ext cx="7985125" cy="4077970"/>
            </a:xfrm>
            <a:custGeom>
              <a:avLst/>
              <a:gdLst/>
              <a:ahLst/>
              <a:cxnLst/>
              <a:rect l="l" t="t" r="r" b="b"/>
              <a:pathLst>
                <a:path w="7985125" h="4077970">
                  <a:moveTo>
                    <a:pt x="7984713" y="1767323"/>
                  </a:moveTo>
                  <a:lnTo>
                    <a:pt x="3912568" y="1767323"/>
                  </a:lnTo>
                  <a:lnTo>
                    <a:pt x="3959149" y="1767192"/>
                  </a:lnTo>
                  <a:lnTo>
                    <a:pt x="4005707" y="1765312"/>
                  </a:lnTo>
                  <a:lnTo>
                    <a:pt x="4052235" y="1761616"/>
                  </a:lnTo>
                  <a:lnTo>
                    <a:pt x="4098727" y="1756035"/>
                  </a:lnTo>
                  <a:lnTo>
                    <a:pt x="4147725" y="1747709"/>
                  </a:lnTo>
                  <a:lnTo>
                    <a:pt x="4195419" y="1736807"/>
                  </a:lnTo>
                  <a:lnTo>
                    <a:pt x="4241863" y="1723453"/>
                  </a:lnTo>
                  <a:lnTo>
                    <a:pt x="4287114" y="1707771"/>
                  </a:lnTo>
                  <a:lnTo>
                    <a:pt x="4331227" y="1689884"/>
                  </a:lnTo>
                  <a:lnTo>
                    <a:pt x="4374257" y="1669916"/>
                  </a:lnTo>
                  <a:lnTo>
                    <a:pt x="4416258" y="1647992"/>
                  </a:lnTo>
                  <a:lnTo>
                    <a:pt x="4457288" y="1624236"/>
                  </a:lnTo>
                  <a:lnTo>
                    <a:pt x="4497400" y="1598771"/>
                  </a:lnTo>
                  <a:lnTo>
                    <a:pt x="4536650" y="1571721"/>
                  </a:lnTo>
                  <a:lnTo>
                    <a:pt x="4575094" y="1543211"/>
                  </a:lnTo>
                  <a:lnTo>
                    <a:pt x="4612786" y="1513364"/>
                  </a:lnTo>
                  <a:lnTo>
                    <a:pt x="4649782" y="1482304"/>
                  </a:lnTo>
                  <a:lnTo>
                    <a:pt x="4686138" y="1450156"/>
                  </a:lnTo>
                  <a:lnTo>
                    <a:pt x="4721908" y="1417043"/>
                  </a:lnTo>
                  <a:lnTo>
                    <a:pt x="4757148" y="1383089"/>
                  </a:lnTo>
                  <a:lnTo>
                    <a:pt x="4791913" y="1348418"/>
                  </a:lnTo>
                  <a:lnTo>
                    <a:pt x="4826258" y="1313154"/>
                  </a:lnTo>
                  <a:lnTo>
                    <a:pt x="4860240" y="1277422"/>
                  </a:lnTo>
                  <a:lnTo>
                    <a:pt x="4893912" y="1241344"/>
                  </a:lnTo>
                  <a:lnTo>
                    <a:pt x="4927330" y="1205045"/>
                  </a:lnTo>
                  <a:lnTo>
                    <a:pt x="5003222" y="1121748"/>
                  </a:lnTo>
                  <a:lnTo>
                    <a:pt x="5059574" y="1060120"/>
                  </a:lnTo>
                  <a:lnTo>
                    <a:pt x="5092553" y="1024576"/>
                  </a:lnTo>
                  <a:lnTo>
                    <a:pt x="5125611" y="989554"/>
                  </a:lnTo>
                  <a:lnTo>
                    <a:pt x="5160329" y="953502"/>
                  </a:lnTo>
                  <a:lnTo>
                    <a:pt x="5195388" y="917823"/>
                  </a:lnTo>
                  <a:lnTo>
                    <a:pt x="5230791" y="882536"/>
                  </a:lnTo>
                  <a:lnTo>
                    <a:pt x="5266538" y="847659"/>
                  </a:lnTo>
                  <a:lnTo>
                    <a:pt x="5302632" y="813212"/>
                  </a:lnTo>
                  <a:lnTo>
                    <a:pt x="5339074" y="779211"/>
                  </a:lnTo>
                  <a:lnTo>
                    <a:pt x="5375866" y="745677"/>
                  </a:lnTo>
                  <a:lnTo>
                    <a:pt x="5413009" y="712628"/>
                  </a:lnTo>
                  <a:lnTo>
                    <a:pt x="5450506" y="680082"/>
                  </a:lnTo>
                  <a:lnTo>
                    <a:pt x="5488357" y="648059"/>
                  </a:lnTo>
                  <a:lnTo>
                    <a:pt x="5526566" y="616575"/>
                  </a:lnTo>
                  <a:lnTo>
                    <a:pt x="5565132" y="585651"/>
                  </a:lnTo>
                  <a:lnTo>
                    <a:pt x="5604059" y="555305"/>
                  </a:lnTo>
                  <a:lnTo>
                    <a:pt x="5643347" y="525555"/>
                  </a:lnTo>
                  <a:lnTo>
                    <a:pt x="5682999" y="496420"/>
                  </a:lnTo>
                  <a:lnTo>
                    <a:pt x="5723016" y="467919"/>
                  </a:lnTo>
                  <a:lnTo>
                    <a:pt x="5763400" y="440070"/>
                  </a:lnTo>
                  <a:lnTo>
                    <a:pt x="5804153" y="412891"/>
                  </a:lnTo>
                  <a:lnTo>
                    <a:pt x="5845276" y="386402"/>
                  </a:lnTo>
                  <a:lnTo>
                    <a:pt x="5886770" y="360621"/>
                  </a:lnTo>
                  <a:lnTo>
                    <a:pt x="5928639" y="335567"/>
                  </a:lnTo>
                  <a:lnTo>
                    <a:pt x="5970882" y="311258"/>
                  </a:lnTo>
                  <a:lnTo>
                    <a:pt x="6013503" y="287712"/>
                  </a:lnTo>
                  <a:lnTo>
                    <a:pt x="6056503" y="264949"/>
                  </a:lnTo>
                  <a:lnTo>
                    <a:pt x="6099882" y="242987"/>
                  </a:lnTo>
                  <a:lnTo>
                    <a:pt x="6143645" y="221845"/>
                  </a:lnTo>
                  <a:lnTo>
                    <a:pt x="6187790" y="201541"/>
                  </a:lnTo>
                  <a:lnTo>
                    <a:pt x="6232322" y="182093"/>
                  </a:lnTo>
                  <a:lnTo>
                    <a:pt x="6277241" y="163521"/>
                  </a:lnTo>
                  <a:lnTo>
                    <a:pt x="6322548" y="145843"/>
                  </a:lnTo>
                  <a:lnTo>
                    <a:pt x="6368246" y="129077"/>
                  </a:lnTo>
                  <a:lnTo>
                    <a:pt x="6414337" y="113243"/>
                  </a:lnTo>
                  <a:lnTo>
                    <a:pt x="6460821" y="98358"/>
                  </a:lnTo>
                  <a:lnTo>
                    <a:pt x="6507702" y="84442"/>
                  </a:lnTo>
                  <a:lnTo>
                    <a:pt x="6554980" y="71513"/>
                  </a:lnTo>
                  <a:lnTo>
                    <a:pt x="6602656" y="59589"/>
                  </a:lnTo>
                  <a:lnTo>
                    <a:pt x="6650734" y="48690"/>
                  </a:lnTo>
                  <a:lnTo>
                    <a:pt x="6699214" y="38833"/>
                  </a:lnTo>
                  <a:lnTo>
                    <a:pt x="6748099" y="30038"/>
                  </a:lnTo>
                  <a:lnTo>
                    <a:pt x="6797389" y="22322"/>
                  </a:lnTo>
                  <a:lnTo>
                    <a:pt x="6873395" y="12824"/>
                  </a:lnTo>
                  <a:lnTo>
                    <a:pt x="6913123" y="8985"/>
                  </a:lnTo>
                  <a:lnTo>
                    <a:pt x="6953888" y="5788"/>
                  </a:lnTo>
                  <a:lnTo>
                    <a:pt x="6995603" y="3264"/>
                  </a:lnTo>
                  <a:lnTo>
                    <a:pt x="7038184" y="1438"/>
                  </a:lnTo>
                  <a:lnTo>
                    <a:pt x="7081546" y="341"/>
                  </a:lnTo>
                  <a:lnTo>
                    <a:pt x="7125603" y="0"/>
                  </a:lnTo>
                  <a:lnTo>
                    <a:pt x="7166638" y="341"/>
                  </a:lnTo>
                  <a:lnTo>
                    <a:pt x="7215461" y="1696"/>
                  </a:lnTo>
                  <a:lnTo>
                    <a:pt x="7261092" y="3791"/>
                  </a:lnTo>
                  <a:lnTo>
                    <a:pt x="7307077" y="6753"/>
                  </a:lnTo>
                  <a:lnTo>
                    <a:pt x="7353330" y="10612"/>
                  </a:lnTo>
                  <a:lnTo>
                    <a:pt x="7399767" y="15395"/>
                  </a:lnTo>
                  <a:lnTo>
                    <a:pt x="7446302" y="21130"/>
                  </a:lnTo>
                  <a:lnTo>
                    <a:pt x="7492850" y="27846"/>
                  </a:lnTo>
                  <a:lnTo>
                    <a:pt x="7539325" y="35571"/>
                  </a:lnTo>
                  <a:lnTo>
                    <a:pt x="7585643" y="44332"/>
                  </a:lnTo>
                  <a:lnTo>
                    <a:pt x="7631718" y="54157"/>
                  </a:lnTo>
                  <a:lnTo>
                    <a:pt x="7677465" y="65076"/>
                  </a:lnTo>
                  <a:lnTo>
                    <a:pt x="7722798" y="77115"/>
                  </a:lnTo>
                  <a:lnTo>
                    <a:pt x="7767632" y="90303"/>
                  </a:lnTo>
                  <a:lnTo>
                    <a:pt x="7811882" y="104669"/>
                  </a:lnTo>
                  <a:lnTo>
                    <a:pt x="7855462" y="120239"/>
                  </a:lnTo>
                  <a:lnTo>
                    <a:pt x="7898288" y="137043"/>
                  </a:lnTo>
                  <a:lnTo>
                    <a:pt x="7940274" y="155108"/>
                  </a:lnTo>
                  <a:lnTo>
                    <a:pt x="7981334" y="174462"/>
                  </a:lnTo>
                  <a:lnTo>
                    <a:pt x="7984713" y="176205"/>
                  </a:lnTo>
                  <a:lnTo>
                    <a:pt x="7984713" y="1767323"/>
                  </a:lnTo>
                  <a:close/>
                </a:path>
                <a:path w="7985125" h="4077970">
                  <a:moveTo>
                    <a:pt x="7984713" y="4077817"/>
                  </a:moveTo>
                  <a:lnTo>
                    <a:pt x="368658" y="4077817"/>
                  </a:lnTo>
                  <a:lnTo>
                    <a:pt x="365548" y="4051319"/>
                  </a:lnTo>
                  <a:lnTo>
                    <a:pt x="358825" y="4002221"/>
                  </a:lnTo>
                  <a:lnTo>
                    <a:pt x="351199" y="3953100"/>
                  </a:lnTo>
                  <a:lnTo>
                    <a:pt x="342732" y="3903969"/>
                  </a:lnTo>
                  <a:lnTo>
                    <a:pt x="333485" y="3854842"/>
                  </a:lnTo>
                  <a:lnTo>
                    <a:pt x="323522" y="3805732"/>
                  </a:lnTo>
                  <a:lnTo>
                    <a:pt x="312904" y="3756654"/>
                  </a:lnTo>
                  <a:lnTo>
                    <a:pt x="301693" y="3707620"/>
                  </a:lnTo>
                  <a:lnTo>
                    <a:pt x="289951" y="3658644"/>
                  </a:lnTo>
                  <a:lnTo>
                    <a:pt x="277740" y="3609740"/>
                  </a:lnTo>
                  <a:lnTo>
                    <a:pt x="265122" y="3560922"/>
                  </a:lnTo>
                  <a:lnTo>
                    <a:pt x="252159" y="3512202"/>
                  </a:lnTo>
                  <a:lnTo>
                    <a:pt x="238913" y="3463594"/>
                  </a:lnTo>
                  <a:lnTo>
                    <a:pt x="225446" y="3415113"/>
                  </a:lnTo>
                  <a:lnTo>
                    <a:pt x="211820" y="3366771"/>
                  </a:lnTo>
                  <a:lnTo>
                    <a:pt x="198097" y="3318582"/>
                  </a:lnTo>
                  <a:lnTo>
                    <a:pt x="156965" y="3175069"/>
                  </a:lnTo>
                  <a:lnTo>
                    <a:pt x="143487" y="3127330"/>
                  </a:lnTo>
                  <a:lnTo>
                    <a:pt x="130259" y="3079214"/>
                  </a:lnTo>
                  <a:lnTo>
                    <a:pt x="117340" y="3030756"/>
                  </a:lnTo>
                  <a:lnTo>
                    <a:pt x="104788" y="2981990"/>
                  </a:lnTo>
                  <a:lnTo>
                    <a:pt x="92660" y="2932949"/>
                  </a:lnTo>
                  <a:lnTo>
                    <a:pt x="81015" y="2883669"/>
                  </a:lnTo>
                  <a:lnTo>
                    <a:pt x="69911" y="2834182"/>
                  </a:lnTo>
                  <a:lnTo>
                    <a:pt x="59406" y="2784523"/>
                  </a:lnTo>
                  <a:lnTo>
                    <a:pt x="49558" y="2734726"/>
                  </a:lnTo>
                  <a:lnTo>
                    <a:pt x="40425" y="2684825"/>
                  </a:lnTo>
                  <a:lnTo>
                    <a:pt x="32066" y="2634854"/>
                  </a:lnTo>
                  <a:lnTo>
                    <a:pt x="24538" y="2584847"/>
                  </a:lnTo>
                  <a:lnTo>
                    <a:pt x="17899" y="2534837"/>
                  </a:lnTo>
                  <a:lnTo>
                    <a:pt x="12208" y="2484860"/>
                  </a:lnTo>
                  <a:lnTo>
                    <a:pt x="7523" y="2434948"/>
                  </a:lnTo>
                  <a:lnTo>
                    <a:pt x="3901" y="2385137"/>
                  </a:lnTo>
                  <a:lnTo>
                    <a:pt x="1401" y="2335459"/>
                  </a:lnTo>
                  <a:lnTo>
                    <a:pt x="81" y="2285949"/>
                  </a:lnTo>
                  <a:lnTo>
                    <a:pt x="0" y="2236641"/>
                  </a:lnTo>
                  <a:lnTo>
                    <a:pt x="1214" y="2187569"/>
                  </a:lnTo>
                  <a:lnTo>
                    <a:pt x="3782" y="2138767"/>
                  </a:lnTo>
                  <a:lnTo>
                    <a:pt x="7763" y="2090269"/>
                  </a:lnTo>
                  <a:lnTo>
                    <a:pt x="13215" y="2042109"/>
                  </a:lnTo>
                  <a:lnTo>
                    <a:pt x="20195" y="1994322"/>
                  </a:lnTo>
                  <a:lnTo>
                    <a:pt x="28761" y="1946940"/>
                  </a:lnTo>
                  <a:lnTo>
                    <a:pt x="38973" y="1899998"/>
                  </a:lnTo>
                  <a:lnTo>
                    <a:pt x="50887" y="1853530"/>
                  </a:lnTo>
                  <a:lnTo>
                    <a:pt x="64562" y="1807570"/>
                  </a:lnTo>
                  <a:lnTo>
                    <a:pt x="80056" y="1762152"/>
                  </a:lnTo>
                  <a:lnTo>
                    <a:pt x="97427" y="1717310"/>
                  </a:lnTo>
                  <a:lnTo>
                    <a:pt x="116733" y="1673079"/>
                  </a:lnTo>
                  <a:lnTo>
                    <a:pt x="138033" y="1629491"/>
                  </a:lnTo>
                  <a:lnTo>
                    <a:pt x="161384" y="1586581"/>
                  </a:lnTo>
                  <a:lnTo>
                    <a:pt x="187454" y="1543211"/>
                  </a:lnTo>
                  <a:lnTo>
                    <a:pt x="214974" y="1501499"/>
                  </a:lnTo>
                  <a:lnTo>
                    <a:pt x="243663" y="1461807"/>
                  </a:lnTo>
                  <a:lnTo>
                    <a:pt x="273560" y="1423974"/>
                  </a:lnTo>
                  <a:lnTo>
                    <a:pt x="304621" y="1387970"/>
                  </a:lnTo>
                  <a:lnTo>
                    <a:pt x="336806" y="1353763"/>
                  </a:lnTo>
                  <a:lnTo>
                    <a:pt x="370070" y="1321323"/>
                  </a:lnTo>
                  <a:lnTo>
                    <a:pt x="404374" y="1290619"/>
                  </a:lnTo>
                  <a:lnTo>
                    <a:pt x="439674" y="1261622"/>
                  </a:lnTo>
                  <a:lnTo>
                    <a:pt x="475928" y="1234299"/>
                  </a:lnTo>
                  <a:lnTo>
                    <a:pt x="513095" y="1208622"/>
                  </a:lnTo>
                  <a:lnTo>
                    <a:pt x="551132" y="1184559"/>
                  </a:lnTo>
                  <a:lnTo>
                    <a:pt x="589997" y="1162079"/>
                  </a:lnTo>
                  <a:lnTo>
                    <a:pt x="629648" y="1141152"/>
                  </a:lnTo>
                  <a:lnTo>
                    <a:pt x="670043" y="1121748"/>
                  </a:lnTo>
                  <a:lnTo>
                    <a:pt x="711140" y="1103835"/>
                  </a:lnTo>
                  <a:lnTo>
                    <a:pt x="752896" y="1087384"/>
                  </a:lnTo>
                  <a:lnTo>
                    <a:pt x="795321" y="1072347"/>
                  </a:lnTo>
                  <a:lnTo>
                    <a:pt x="838220" y="1058743"/>
                  </a:lnTo>
                  <a:lnTo>
                    <a:pt x="881703" y="1046492"/>
                  </a:lnTo>
                  <a:lnTo>
                    <a:pt x="925677" y="1035580"/>
                  </a:lnTo>
                  <a:lnTo>
                    <a:pt x="970101" y="1025976"/>
                  </a:lnTo>
                  <a:lnTo>
                    <a:pt x="1014932" y="1017649"/>
                  </a:lnTo>
                  <a:lnTo>
                    <a:pt x="1060127" y="1010570"/>
                  </a:lnTo>
                  <a:lnTo>
                    <a:pt x="1105646" y="1004708"/>
                  </a:lnTo>
                  <a:lnTo>
                    <a:pt x="1151446" y="1000031"/>
                  </a:lnTo>
                  <a:lnTo>
                    <a:pt x="1197484" y="996510"/>
                  </a:lnTo>
                  <a:lnTo>
                    <a:pt x="1243719" y="994114"/>
                  </a:lnTo>
                  <a:lnTo>
                    <a:pt x="1290109" y="992812"/>
                  </a:lnTo>
                  <a:lnTo>
                    <a:pt x="1336611" y="992573"/>
                  </a:lnTo>
                  <a:lnTo>
                    <a:pt x="1383184" y="993368"/>
                  </a:lnTo>
                  <a:lnTo>
                    <a:pt x="1429785" y="995165"/>
                  </a:lnTo>
                  <a:lnTo>
                    <a:pt x="1476372" y="997934"/>
                  </a:lnTo>
                  <a:lnTo>
                    <a:pt x="1522903" y="1001644"/>
                  </a:lnTo>
                  <a:lnTo>
                    <a:pt x="1569336" y="1006265"/>
                  </a:lnTo>
                  <a:lnTo>
                    <a:pt x="1615629" y="1011766"/>
                  </a:lnTo>
                  <a:lnTo>
                    <a:pt x="1661740" y="1018117"/>
                  </a:lnTo>
                  <a:lnTo>
                    <a:pt x="1707626" y="1025286"/>
                  </a:lnTo>
                  <a:lnTo>
                    <a:pt x="1753246" y="1033244"/>
                  </a:lnTo>
                  <a:lnTo>
                    <a:pt x="1798558" y="1041960"/>
                  </a:lnTo>
                  <a:lnTo>
                    <a:pt x="1843519" y="1051402"/>
                  </a:lnTo>
                  <a:lnTo>
                    <a:pt x="1888087" y="1061542"/>
                  </a:lnTo>
                  <a:lnTo>
                    <a:pt x="1932221" y="1072347"/>
                  </a:lnTo>
                  <a:lnTo>
                    <a:pt x="1975878" y="1083788"/>
                  </a:lnTo>
                  <a:lnTo>
                    <a:pt x="2019016" y="1095834"/>
                  </a:lnTo>
                  <a:lnTo>
                    <a:pt x="2061592" y="1108454"/>
                  </a:lnTo>
                  <a:lnTo>
                    <a:pt x="2103566" y="1121618"/>
                  </a:lnTo>
                  <a:lnTo>
                    <a:pt x="2144895" y="1135295"/>
                  </a:lnTo>
                  <a:lnTo>
                    <a:pt x="2187473" y="1150189"/>
                  </a:lnTo>
                  <a:lnTo>
                    <a:pt x="2230273" y="1165993"/>
                  </a:lnTo>
                  <a:lnTo>
                    <a:pt x="2273289" y="1182638"/>
                  </a:lnTo>
                  <a:lnTo>
                    <a:pt x="2316514" y="1200057"/>
                  </a:lnTo>
                  <a:lnTo>
                    <a:pt x="2359943" y="1218180"/>
                  </a:lnTo>
                  <a:lnTo>
                    <a:pt x="2403569" y="1236941"/>
                  </a:lnTo>
                  <a:lnTo>
                    <a:pt x="2491387" y="1276100"/>
                  </a:lnTo>
                  <a:lnTo>
                    <a:pt x="2940157" y="1486939"/>
                  </a:lnTo>
                  <a:lnTo>
                    <a:pt x="3031495" y="1528300"/>
                  </a:lnTo>
                  <a:lnTo>
                    <a:pt x="3077321" y="1548437"/>
                  </a:lnTo>
                  <a:lnTo>
                    <a:pt x="3123243" y="1568120"/>
                  </a:lnTo>
                  <a:lnTo>
                    <a:pt x="3169255" y="1587281"/>
                  </a:lnTo>
                  <a:lnTo>
                    <a:pt x="3215352" y="1605853"/>
                  </a:lnTo>
                  <a:lnTo>
                    <a:pt x="3261525" y="1623767"/>
                  </a:lnTo>
                  <a:lnTo>
                    <a:pt x="3307770" y="1640955"/>
                  </a:lnTo>
                  <a:lnTo>
                    <a:pt x="3354080" y="1657348"/>
                  </a:lnTo>
                  <a:lnTo>
                    <a:pt x="3400448" y="1672880"/>
                  </a:lnTo>
                  <a:lnTo>
                    <a:pt x="3446869" y="1687481"/>
                  </a:lnTo>
                  <a:lnTo>
                    <a:pt x="3493336" y="1701083"/>
                  </a:lnTo>
                  <a:lnTo>
                    <a:pt x="3539842" y="1713619"/>
                  </a:lnTo>
                  <a:lnTo>
                    <a:pt x="3586382" y="1725020"/>
                  </a:lnTo>
                  <a:lnTo>
                    <a:pt x="3632949" y="1735217"/>
                  </a:lnTo>
                  <a:lnTo>
                    <a:pt x="3679537" y="1744144"/>
                  </a:lnTo>
                  <a:lnTo>
                    <a:pt x="3726139" y="1751731"/>
                  </a:lnTo>
                  <a:lnTo>
                    <a:pt x="3772750" y="1757911"/>
                  </a:lnTo>
                  <a:lnTo>
                    <a:pt x="3819362" y="1762615"/>
                  </a:lnTo>
                  <a:lnTo>
                    <a:pt x="3865971" y="1765775"/>
                  </a:lnTo>
                  <a:lnTo>
                    <a:pt x="3912568" y="1767323"/>
                  </a:lnTo>
                  <a:lnTo>
                    <a:pt x="7984713" y="1767323"/>
                  </a:lnTo>
                  <a:lnTo>
                    <a:pt x="7984713" y="4077817"/>
                  </a:lnTo>
                  <a:close/>
                </a:path>
              </a:pathLst>
            </a:custGeom>
            <a:solidFill>
              <a:srgbClr val="1367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457647" y="9075532"/>
              <a:ext cx="2230755" cy="1211580"/>
            </a:xfrm>
            <a:custGeom>
              <a:avLst/>
              <a:gdLst/>
              <a:ahLst/>
              <a:cxnLst/>
              <a:rect l="l" t="t" r="r" b="b"/>
              <a:pathLst>
                <a:path w="2230754" h="1211579">
                  <a:moveTo>
                    <a:pt x="66566" y="1211467"/>
                  </a:moveTo>
                  <a:lnTo>
                    <a:pt x="6282" y="1211467"/>
                  </a:lnTo>
                  <a:lnTo>
                    <a:pt x="1598" y="1167379"/>
                  </a:lnTo>
                  <a:lnTo>
                    <a:pt x="1472" y="1166194"/>
                  </a:lnTo>
                  <a:lnTo>
                    <a:pt x="0" y="1115148"/>
                  </a:lnTo>
                  <a:lnTo>
                    <a:pt x="2460" y="1063947"/>
                  </a:lnTo>
                  <a:lnTo>
                    <a:pt x="8854" y="1012590"/>
                  </a:lnTo>
                  <a:lnTo>
                    <a:pt x="21630" y="961231"/>
                  </a:lnTo>
                  <a:lnTo>
                    <a:pt x="39452" y="914085"/>
                  </a:lnTo>
                  <a:lnTo>
                    <a:pt x="62321" y="871151"/>
                  </a:lnTo>
                  <a:lnTo>
                    <a:pt x="90237" y="832430"/>
                  </a:lnTo>
                  <a:lnTo>
                    <a:pt x="123200" y="797923"/>
                  </a:lnTo>
                  <a:lnTo>
                    <a:pt x="161210" y="767628"/>
                  </a:lnTo>
                  <a:lnTo>
                    <a:pt x="204266" y="741547"/>
                  </a:lnTo>
                  <a:lnTo>
                    <a:pt x="252370" y="719680"/>
                  </a:lnTo>
                  <a:lnTo>
                    <a:pt x="301152" y="702308"/>
                  </a:lnTo>
                  <a:lnTo>
                    <a:pt x="468718" y="655467"/>
                  </a:lnTo>
                  <a:lnTo>
                    <a:pt x="517745" y="639534"/>
                  </a:lnTo>
                  <a:lnTo>
                    <a:pt x="564614" y="619963"/>
                  </a:lnTo>
                  <a:lnTo>
                    <a:pt x="609325" y="596755"/>
                  </a:lnTo>
                  <a:lnTo>
                    <a:pt x="651878" y="569910"/>
                  </a:lnTo>
                  <a:lnTo>
                    <a:pt x="692273" y="539427"/>
                  </a:lnTo>
                  <a:lnTo>
                    <a:pt x="730510" y="505307"/>
                  </a:lnTo>
                  <a:lnTo>
                    <a:pt x="764801" y="471013"/>
                  </a:lnTo>
                  <a:lnTo>
                    <a:pt x="798181" y="435660"/>
                  </a:lnTo>
                  <a:lnTo>
                    <a:pt x="828638" y="400014"/>
                  </a:lnTo>
                  <a:lnTo>
                    <a:pt x="859372" y="364587"/>
                  </a:lnTo>
                  <a:lnTo>
                    <a:pt x="890382" y="329380"/>
                  </a:lnTo>
                  <a:lnTo>
                    <a:pt x="921667" y="294392"/>
                  </a:lnTo>
                  <a:lnTo>
                    <a:pt x="957073" y="258637"/>
                  </a:lnTo>
                  <a:lnTo>
                    <a:pt x="993497" y="224177"/>
                  </a:lnTo>
                  <a:lnTo>
                    <a:pt x="1030939" y="191011"/>
                  </a:lnTo>
                  <a:lnTo>
                    <a:pt x="1069400" y="159140"/>
                  </a:lnTo>
                  <a:lnTo>
                    <a:pt x="1108879" y="128564"/>
                  </a:lnTo>
                  <a:lnTo>
                    <a:pt x="1149377" y="99283"/>
                  </a:lnTo>
                  <a:lnTo>
                    <a:pt x="1187010" y="76112"/>
                  </a:lnTo>
                  <a:lnTo>
                    <a:pt x="1225816" y="55134"/>
                  </a:lnTo>
                  <a:lnTo>
                    <a:pt x="1265795" y="36349"/>
                  </a:lnTo>
                  <a:lnTo>
                    <a:pt x="1306946" y="19757"/>
                  </a:lnTo>
                  <a:lnTo>
                    <a:pt x="1358936" y="6163"/>
                  </a:lnTo>
                  <a:lnTo>
                    <a:pt x="1412156" y="0"/>
                  </a:lnTo>
                  <a:lnTo>
                    <a:pt x="1468430" y="2152"/>
                  </a:lnTo>
                  <a:lnTo>
                    <a:pt x="1521715" y="13823"/>
                  </a:lnTo>
                  <a:lnTo>
                    <a:pt x="1571752" y="35003"/>
                  </a:lnTo>
                  <a:lnTo>
                    <a:pt x="1618626" y="65694"/>
                  </a:lnTo>
                  <a:lnTo>
                    <a:pt x="1621092" y="68164"/>
                  </a:lnTo>
                  <a:lnTo>
                    <a:pt x="1424999" y="68164"/>
                  </a:lnTo>
                  <a:lnTo>
                    <a:pt x="1395157" y="69108"/>
                  </a:lnTo>
                  <a:lnTo>
                    <a:pt x="1336376" y="78739"/>
                  </a:lnTo>
                  <a:lnTo>
                    <a:pt x="1269228" y="104061"/>
                  </a:lnTo>
                  <a:lnTo>
                    <a:pt x="1232124" y="122613"/>
                  </a:lnTo>
                  <a:lnTo>
                    <a:pt x="1196125" y="143083"/>
                  </a:lnTo>
                  <a:lnTo>
                    <a:pt x="1161231" y="165472"/>
                  </a:lnTo>
                  <a:lnTo>
                    <a:pt x="1122001" y="194701"/>
                  </a:lnTo>
                  <a:lnTo>
                    <a:pt x="1083876" y="225246"/>
                  </a:lnTo>
                  <a:lnTo>
                    <a:pt x="1046854" y="257106"/>
                  </a:lnTo>
                  <a:lnTo>
                    <a:pt x="1010937" y="290282"/>
                  </a:lnTo>
                  <a:lnTo>
                    <a:pt x="976123" y="324774"/>
                  </a:lnTo>
                  <a:lnTo>
                    <a:pt x="942413" y="360580"/>
                  </a:lnTo>
                  <a:lnTo>
                    <a:pt x="896298" y="414283"/>
                  </a:lnTo>
                  <a:lnTo>
                    <a:pt x="850539" y="468261"/>
                  </a:lnTo>
                  <a:lnTo>
                    <a:pt x="825215" y="495437"/>
                  </a:lnTo>
                  <a:lnTo>
                    <a:pt x="773595" y="548536"/>
                  </a:lnTo>
                  <a:lnTo>
                    <a:pt x="711475" y="604127"/>
                  </a:lnTo>
                  <a:lnTo>
                    <a:pt x="673974" y="630951"/>
                  </a:lnTo>
                  <a:lnTo>
                    <a:pt x="634800" y="654930"/>
                  </a:lnTo>
                  <a:lnTo>
                    <a:pt x="594097" y="675991"/>
                  </a:lnTo>
                  <a:lnTo>
                    <a:pt x="551436" y="694355"/>
                  </a:lnTo>
                  <a:lnTo>
                    <a:pt x="507246" y="709801"/>
                  </a:lnTo>
                  <a:lnTo>
                    <a:pt x="437228" y="729528"/>
                  </a:lnTo>
                  <a:lnTo>
                    <a:pt x="366965" y="748329"/>
                  </a:lnTo>
                  <a:lnTo>
                    <a:pt x="341132" y="755870"/>
                  </a:lnTo>
                  <a:lnTo>
                    <a:pt x="290256" y="773158"/>
                  </a:lnTo>
                  <a:lnTo>
                    <a:pt x="223896" y="802624"/>
                  </a:lnTo>
                  <a:lnTo>
                    <a:pt x="186332" y="827227"/>
                  </a:lnTo>
                  <a:lnTo>
                    <a:pt x="152520" y="856711"/>
                  </a:lnTo>
                  <a:lnTo>
                    <a:pt x="122462" y="891079"/>
                  </a:lnTo>
                  <a:lnTo>
                    <a:pt x="100401" y="929346"/>
                  </a:lnTo>
                  <a:lnTo>
                    <a:pt x="83169" y="969433"/>
                  </a:lnTo>
                  <a:lnTo>
                    <a:pt x="70764" y="1011340"/>
                  </a:lnTo>
                  <a:lnTo>
                    <a:pt x="63188" y="1055069"/>
                  </a:lnTo>
                  <a:lnTo>
                    <a:pt x="59980" y="1111394"/>
                  </a:lnTo>
                  <a:lnTo>
                    <a:pt x="61511" y="1166194"/>
                  </a:lnTo>
                  <a:lnTo>
                    <a:pt x="61544" y="1167379"/>
                  </a:lnTo>
                  <a:lnTo>
                    <a:pt x="66566" y="1211467"/>
                  </a:lnTo>
                  <a:close/>
                </a:path>
                <a:path w="2230754" h="1211579">
                  <a:moveTo>
                    <a:pt x="2230654" y="1211467"/>
                  </a:moveTo>
                  <a:lnTo>
                    <a:pt x="2142098" y="1211467"/>
                  </a:lnTo>
                  <a:lnTo>
                    <a:pt x="2112079" y="1175592"/>
                  </a:lnTo>
                  <a:lnTo>
                    <a:pt x="2076233" y="1128879"/>
                  </a:lnTo>
                  <a:lnTo>
                    <a:pt x="2040950" y="1081742"/>
                  </a:lnTo>
                  <a:lnTo>
                    <a:pt x="2013175" y="1042138"/>
                  </a:lnTo>
                  <a:lnTo>
                    <a:pt x="1986379" y="1001905"/>
                  </a:lnTo>
                  <a:lnTo>
                    <a:pt x="1960682" y="961231"/>
                  </a:lnTo>
                  <a:lnTo>
                    <a:pt x="1935725" y="919551"/>
                  </a:lnTo>
                  <a:lnTo>
                    <a:pt x="1911866" y="877430"/>
                  </a:lnTo>
                  <a:lnTo>
                    <a:pt x="1888985" y="834680"/>
                  </a:lnTo>
                  <a:lnTo>
                    <a:pt x="1867081" y="791302"/>
                  </a:lnTo>
                  <a:lnTo>
                    <a:pt x="1846903" y="747172"/>
                  </a:lnTo>
                  <a:lnTo>
                    <a:pt x="1827486" y="702715"/>
                  </a:lnTo>
                  <a:lnTo>
                    <a:pt x="1808830" y="657930"/>
                  </a:lnTo>
                  <a:lnTo>
                    <a:pt x="1790934" y="612817"/>
                  </a:lnTo>
                  <a:lnTo>
                    <a:pt x="1773799" y="567376"/>
                  </a:lnTo>
                  <a:lnTo>
                    <a:pt x="1757425" y="521607"/>
                  </a:lnTo>
                  <a:lnTo>
                    <a:pt x="1741128" y="474399"/>
                  </a:lnTo>
                  <a:lnTo>
                    <a:pt x="1725076" y="427184"/>
                  </a:lnTo>
                  <a:lnTo>
                    <a:pt x="1709270" y="379963"/>
                  </a:lnTo>
                  <a:lnTo>
                    <a:pt x="1693708" y="332735"/>
                  </a:lnTo>
                  <a:lnTo>
                    <a:pt x="1678393" y="285501"/>
                  </a:lnTo>
                  <a:lnTo>
                    <a:pt x="1665789" y="254356"/>
                  </a:lnTo>
                  <a:lnTo>
                    <a:pt x="1633681" y="196070"/>
                  </a:lnTo>
                  <a:lnTo>
                    <a:pt x="1575517" y="127586"/>
                  </a:lnTo>
                  <a:lnTo>
                    <a:pt x="1531100" y="97010"/>
                  </a:lnTo>
                  <a:lnTo>
                    <a:pt x="1480927" y="77203"/>
                  </a:lnTo>
                  <a:lnTo>
                    <a:pt x="1424999" y="68164"/>
                  </a:lnTo>
                  <a:lnTo>
                    <a:pt x="1621092" y="68164"/>
                  </a:lnTo>
                  <a:lnTo>
                    <a:pt x="1657908" y="105034"/>
                  </a:lnTo>
                  <a:lnTo>
                    <a:pt x="1691335" y="148361"/>
                  </a:lnTo>
                  <a:lnTo>
                    <a:pt x="1718909" y="195673"/>
                  </a:lnTo>
                  <a:lnTo>
                    <a:pt x="1740631" y="246973"/>
                  </a:lnTo>
                  <a:lnTo>
                    <a:pt x="1758028" y="300522"/>
                  </a:lnTo>
                  <a:lnTo>
                    <a:pt x="1775352" y="354101"/>
                  </a:lnTo>
                  <a:lnTo>
                    <a:pt x="1792603" y="407709"/>
                  </a:lnTo>
                  <a:lnTo>
                    <a:pt x="1809783" y="461346"/>
                  </a:lnTo>
                  <a:lnTo>
                    <a:pt x="1825385" y="506654"/>
                  </a:lnTo>
                  <a:lnTo>
                    <a:pt x="1841583" y="551734"/>
                  </a:lnTo>
                  <a:lnTo>
                    <a:pt x="1858377" y="596584"/>
                  </a:lnTo>
                  <a:lnTo>
                    <a:pt x="1875767" y="641205"/>
                  </a:lnTo>
                  <a:lnTo>
                    <a:pt x="1893754" y="685597"/>
                  </a:lnTo>
                  <a:lnTo>
                    <a:pt x="1914090" y="730717"/>
                  </a:lnTo>
                  <a:lnTo>
                    <a:pt x="1935488" y="775177"/>
                  </a:lnTo>
                  <a:lnTo>
                    <a:pt x="1957950" y="818976"/>
                  </a:lnTo>
                  <a:lnTo>
                    <a:pt x="1981475" y="862116"/>
                  </a:lnTo>
                  <a:lnTo>
                    <a:pt x="2006063" y="904595"/>
                  </a:lnTo>
                  <a:lnTo>
                    <a:pt x="2031714" y="946414"/>
                  </a:lnTo>
                  <a:lnTo>
                    <a:pt x="2058427" y="987574"/>
                  </a:lnTo>
                  <a:lnTo>
                    <a:pt x="2086203" y="1028073"/>
                  </a:lnTo>
                  <a:lnTo>
                    <a:pt x="2115042" y="1067912"/>
                  </a:lnTo>
                  <a:lnTo>
                    <a:pt x="2144007" y="1106033"/>
                  </a:lnTo>
                  <a:lnTo>
                    <a:pt x="2173702" y="1143567"/>
                  </a:lnTo>
                  <a:lnTo>
                    <a:pt x="2204129" y="1180514"/>
                  </a:lnTo>
                  <a:lnTo>
                    <a:pt x="2230654" y="1211467"/>
                  </a:lnTo>
                  <a:close/>
                </a:path>
              </a:pathLst>
            </a:custGeom>
            <a:solidFill>
              <a:srgbClr val="0F4170">
                <a:alpha val="98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3965575" cy="2344420"/>
            <a:chOff x="0" y="0"/>
            <a:chExt cx="3965575" cy="2344420"/>
          </a:xfrm>
        </p:grpSpPr>
        <p:sp>
          <p:nvSpPr>
            <p:cNvPr id="7" name="object 7" descr=""/>
            <p:cNvSpPr/>
            <p:nvPr/>
          </p:nvSpPr>
          <p:spPr>
            <a:xfrm>
              <a:off x="0" y="0"/>
              <a:ext cx="2428240" cy="2344420"/>
            </a:xfrm>
            <a:custGeom>
              <a:avLst/>
              <a:gdLst/>
              <a:ahLst/>
              <a:cxnLst/>
              <a:rect l="l" t="t" r="r" b="b"/>
              <a:pathLst>
                <a:path w="2428240" h="2344420">
                  <a:moveTo>
                    <a:pt x="359148" y="2027683"/>
                  </a:moveTo>
                  <a:lnTo>
                    <a:pt x="1437179" y="949653"/>
                  </a:lnTo>
                  <a:lnTo>
                    <a:pt x="1407178" y="985051"/>
                  </a:lnTo>
                  <a:lnTo>
                    <a:pt x="1380073" y="1028134"/>
                  </a:lnTo>
                  <a:lnTo>
                    <a:pt x="1360739" y="1073720"/>
                  </a:lnTo>
                  <a:lnTo>
                    <a:pt x="1347990" y="1121356"/>
                  </a:lnTo>
                  <a:lnTo>
                    <a:pt x="1340639" y="1170587"/>
                  </a:lnTo>
                  <a:lnTo>
                    <a:pt x="1337501" y="1220957"/>
                  </a:lnTo>
                  <a:lnTo>
                    <a:pt x="1337388" y="1272013"/>
                  </a:lnTo>
                  <a:lnTo>
                    <a:pt x="1339113" y="1323300"/>
                  </a:lnTo>
                  <a:lnTo>
                    <a:pt x="1341490" y="1374364"/>
                  </a:lnTo>
                  <a:lnTo>
                    <a:pt x="1343333" y="1424749"/>
                  </a:lnTo>
                  <a:lnTo>
                    <a:pt x="1343799" y="1474300"/>
                  </a:lnTo>
                  <a:lnTo>
                    <a:pt x="1342759" y="1523726"/>
                  </a:lnTo>
                  <a:lnTo>
                    <a:pt x="1340098" y="1572928"/>
                  </a:lnTo>
                  <a:lnTo>
                    <a:pt x="1335698" y="1621810"/>
                  </a:lnTo>
                  <a:lnTo>
                    <a:pt x="1329445" y="1670276"/>
                  </a:lnTo>
                  <a:lnTo>
                    <a:pt x="1321222" y="1718229"/>
                  </a:lnTo>
                  <a:lnTo>
                    <a:pt x="1310913" y="1765572"/>
                  </a:lnTo>
                  <a:lnTo>
                    <a:pt x="1298402" y="1812209"/>
                  </a:lnTo>
                  <a:lnTo>
                    <a:pt x="1283573" y="1858042"/>
                  </a:lnTo>
                  <a:lnTo>
                    <a:pt x="1266310" y="1902976"/>
                  </a:lnTo>
                  <a:lnTo>
                    <a:pt x="1246496" y="1946914"/>
                  </a:lnTo>
                  <a:lnTo>
                    <a:pt x="1224016" y="1989758"/>
                  </a:lnTo>
                  <a:lnTo>
                    <a:pt x="1198753" y="2031413"/>
                  </a:lnTo>
                  <a:lnTo>
                    <a:pt x="1170592" y="2071782"/>
                  </a:lnTo>
                  <a:lnTo>
                    <a:pt x="1120465" y="2131855"/>
                  </a:lnTo>
                  <a:lnTo>
                    <a:pt x="1090796" y="2162477"/>
                  </a:lnTo>
                  <a:lnTo>
                    <a:pt x="1058472" y="2192666"/>
                  </a:lnTo>
                  <a:lnTo>
                    <a:pt x="1023806" y="2221803"/>
                  </a:lnTo>
                  <a:lnTo>
                    <a:pt x="987109" y="2249269"/>
                  </a:lnTo>
                  <a:lnTo>
                    <a:pt x="948693" y="2274447"/>
                  </a:lnTo>
                  <a:lnTo>
                    <a:pt x="908872" y="2296718"/>
                  </a:lnTo>
                  <a:lnTo>
                    <a:pt x="867956" y="2315463"/>
                  </a:lnTo>
                  <a:lnTo>
                    <a:pt x="826257" y="2330064"/>
                  </a:lnTo>
                  <a:lnTo>
                    <a:pt x="784088" y="2339902"/>
                  </a:lnTo>
                  <a:lnTo>
                    <a:pt x="741762" y="2344360"/>
                  </a:lnTo>
                  <a:lnTo>
                    <a:pt x="699588" y="2342819"/>
                  </a:lnTo>
                  <a:lnTo>
                    <a:pt x="657881" y="2334661"/>
                  </a:lnTo>
                  <a:lnTo>
                    <a:pt x="616952" y="2319267"/>
                  </a:lnTo>
                  <a:lnTo>
                    <a:pt x="577113" y="2296018"/>
                  </a:lnTo>
                  <a:lnTo>
                    <a:pt x="541033" y="2265496"/>
                  </a:lnTo>
                  <a:lnTo>
                    <a:pt x="510040" y="2229892"/>
                  </a:lnTo>
                  <a:lnTo>
                    <a:pt x="482353" y="2190924"/>
                  </a:lnTo>
                  <a:lnTo>
                    <a:pt x="456190" y="2150308"/>
                  </a:lnTo>
                  <a:lnTo>
                    <a:pt x="429767" y="2109761"/>
                  </a:lnTo>
                  <a:lnTo>
                    <a:pt x="401304" y="2071000"/>
                  </a:lnTo>
                  <a:lnTo>
                    <a:pt x="371511" y="2038465"/>
                  </a:lnTo>
                  <a:lnTo>
                    <a:pt x="370666" y="2037541"/>
                  </a:lnTo>
                  <a:lnTo>
                    <a:pt x="369018" y="2035742"/>
                  </a:lnTo>
                  <a:lnTo>
                    <a:pt x="360075" y="2028440"/>
                  </a:lnTo>
                  <a:lnTo>
                    <a:pt x="359148" y="2027683"/>
                  </a:lnTo>
                  <a:close/>
                </a:path>
                <a:path w="2428240" h="2344420">
                  <a:moveTo>
                    <a:pt x="0" y="0"/>
                  </a:moveTo>
                  <a:lnTo>
                    <a:pt x="2391099" y="0"/>
                  </a:lnTo>
                  <a:lnTo>
                    <a:pt x="2414084" y="61239"/>
                  </a:lnTo>
                  <a:lnTo>
                    <a:pt x="2424082" y="109058"/>
                  </a:lnTo>
                  <a:lnTo>
                    <a:pt x="2428062" y="155606"/>
                  </a:lnTo>
                  <a:lnTo>
                    <a:pt x="2426426" y="200820"/>
                  </a:lnTo>
                  <a:lnTo>
                    <a:pt x="2419574" y="244638"/>
                  </a:lnTo>
                  <a:lnTo>
                    <a:pt x="2407908" y="286994"/>
                  </a:lnTo>
                  <a:lnTo>
                    <a:pt x="2391829" y="327826"/>
                  </a:lnTo>
                  <a:lnTo>
                    <a:pt x="2371738" y="367070"/>
                  </a:lnTo>
                  <a:lnTo>
                    <a:pt x="2348036" y="404663"/>
                  </a:lnTo>
                  <a:lnTo>
                    <a:pt x="2321124" y="440541"/>
                  </a:lnTo>
                  <a:lnTo>
                    <a:pt x="2290525" y="475649"/>
                  </a:lnTo>
                  <a:lnTo>
                    <a:pt x="2259275" y="506898"/>
                  </a:lnTo>
                  <a:lnTo>
                    <a:pt x="2225141" y="537250"/>
                  </a:lnTo>
                  <a:lnTo>
                    <a:pt x="2189401" y="565633"/>
                  </a:lnTo>
                  <a:lnTo>
                    <a:pt x="2152458" y="591983"/>
                  </a:lnTo>
                  <a:lnTo>
                    <a:pt x="2114711" y="616237"/>
                  </a:lnTo>
                  <a:lnTo>
                    <a:pt x="2076562" y="638332"/>
                  </a:lnTo>
                  <a:lnTo>
                    <a:pt x="2038413" y="658204"/>
                  </a:lnTo>
                  <a:lnTo>
                    <a:pt x="1997290" y="677222"/>
                  </a:lnTo>
                  <a:lnTo>
                    <a:pt x="1954167" y="695088"/>
                  </a:lnTo>
                  <a:lnTo>
                    <a:pt x="1909474" y="712159"/>
                  </a:lnTo>
                  <a:lnTo>
                    <a:pt x="1770273" y="762175"/>
                  </a:lnTo>
                  <a:lnTo>
                    <a:pt x="1723598" y="779639"/>
                  </a:lnTo>
                  <a:lnTo>
                    <a:pt x="1677503" y="798095"/>
                  </a:lnTo>
                  <a:lnTo>
                    <a:pt x="1632418" y="817899"/>
                  </a:lnTo>
                  <a:lnTo>
                    <a:pt x="1588771" y="839409"/>
                  </a:lnTo>
                  <a:lnTo>
                    <a:pt x="1546994" y="862982"/>
                  </a:lnTo>
                  <a:lnTo>
                    <a:pt x="1507517" y="888975"/>
                  </a:lnTo>
                  <a:lnTo>
                    <a:pt x="1470768" y="917747"/>
                  </a:lnTo>
                  <a:lnTo>
                    <a:pt x="1437179" y="949653"/>
                  </a:lnTo>
                  <a:lnTo>
                    <a:pt x="359148" y="2027683"/>
                  </a:lnTo>
                  <a:lnTo>
                    <a:pt x="332951" y="2006292"/>
                  </a:lnTo>
                  <a:lnTo>
                    <a:pt x="294075" y="1982778"/>
                  </a:lnTo>
                  <a:lnTo>
                    <a:pt x="252767" y="1964368"/>
                  </a:lnTo>
                  <a:lnTo>
                    <a:pt x="209404" y="1950231"/>
                  </a:lnTo>
                  <a:lnTo>
                    <a:pt x="164365" y="1939537"/>
                  </a:lnTo>
                  <a:lnTo>
                    <a:pt x="118026" y="1931454"/>
                  </a:lnTo>
                  <a:lnTo>
                    <a:pt x="70765" y="1925151"/>
                  </a:lnTo>
                  <a:lnTo>
                    <a:pt x="0" y="1917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7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21451" y="0"/>
              <a:ext cx="2444115" cy="1257300"/>
            </a:xfrm>
            <a:custGeom>
              <a:avLst/>
              <a:gdLst/>
              <a:ahLst/>
              <a:cxnLst/>
              <a:rect l="l" t="t" r="r" b="b"/>
              <a:pathLst>
                <a:path w="2444115" h="1257300">
                  <a:moveTo>
                    <a:pt x="573849" y="1257114"/>
                  </a:moveTo>
                  <a:lnTo>
                    <a:pt x="534198" y="1256350"/>
                  </a:lnTo>
                  <a:lnTo>
                    <a:pt x="494277" y="1251097"/>
                  </a:lnTo>
                  <a:lnTo>
                    <a:pt x="447745" y="1236012"/>
                  </a:lnTo>
                  <a:lnTo>
                    <a:pt x="406154" y="1214491"/>
                  </a:lnTo>
                  <a:lnTo>
                    <a:pt x="369504" y="1186533"/>
                  </a:lnTo>
                  <a:lnTo>
                    <a:pt x="337793" y="1152139"/>
                  </a:lnTo>
                  <a:lnTo>
                    <a:pt x="311023" y="1111310"/>
                  </a:lnTo>
                  <a:lnTo>
                    <a:pt x="287294" y="1050977"/>
                  </a:lnTo>
                  <a:lnTo>
                    <a:pt x="277434" y="986836"/>
                  </a:lnTo>
                  <a:lnTo>
                    <a:pt x="277355" y="974487"/>
                  </a:lnTo>
                  <a:lnTo>
                    <a:pt x="277245" y="957423"/>
                  </a:lnTo>
                  <a:lnTo>
                    <a:pt x="277040" y="937935"/>
                  </a:lnTo>
                  <a:lnTo>
                    <a:pt x="276936" y="928027"/>
                  </a:lnTo>
                  <a:lnTo>
                    <a:pt x="276641" y="907931"/>
                  </a:lnTo>
                  <a:lnTo>
                    <a:pt x="276559" y="902384"/>
                  </a:lnTo>
                  <a:lnTo>
                    <a:pt x="276465" y="896559"/>
                  </a:lnTo>
                  <a:lnTo>
                    <a:pt x="275952" y="869277"/>
                  </a:lnTo>
                  <a:lnTo>
                    <a:pt x="275907" y="865591"/>
                  </a:lnTo>
                  <a:lnTo>
                    <a:pt x="273483" y="814942"/>
                  </a:lnTo>
                  <a:lnTo>
                    <a:pt x="257050" y="750200"/>
                  </a:lnTo>
                  <a:lnTo>
                    <a:pt x="236931" y="686516"/>
                  </a:lnTo>
                  <a:lnTo>
                    <a:pt x="218230" y="640125"/>
                  </a:lnTo>
                  <a:lnTo>
                    <a:pt x="199759" y="593641"/>
                  </a:lnTo>
                  <a:lnTo>
                    <a:pt x="181517" y="547065"/>
                  </a:lnTo>
                  <a:lnTo>
                    <a:pt x="163505" y="500397"/>
                  </a:lnTo>
                  <a:lnTo>
                    <a:pt x="145723" y="453637"/>
                  </a:lnTo>
                  <a:lnTo>
                    <a:pt x="128171" y="406785"/>
                  </a:lnTo>
                  <a:lnTo>
                    <a:pt x="110848" y="359840"/>
                  </a:lnTo>
                  <a:lnTo>
                    <a:pt x="93755" y="312803"/>
                  </a:lnTo>
                  <a:lnTo>
                    <a:pt x="76892" y="265674"/>
                  </a:lnTo>
                  <a:lnTo>
                    <a:pt x="53226" y="195719"/>
                  </a:lnTo>
                  <a:lnTo>
                    <a:pt x="30461" y="125393"/>
                  </a:lnTo>
                  <a:lnTo>
                    <a:pt x="19012" y="84374"/>
                  </a:lnTo>
                  <a:lnTo>
                    <a:pt x="8939" y="43040"/>
                  </a:lnTo>
                  <a:lnTo>
                    <a:pt x="242" y="1391"/>
                  </a:lnTo>
                  <a:lnTo>
                    <a:pt x="0" y="0"/>
                  </a:lnTo>
                  <a:lnTo>
                    <a:pt x="60883" y="0"/>
                  </a:lnTo>
                  <a:lnTo>
                    <a:pt x="65037" y="20676"/>
                  </a:lnTo>
                  <a:lnTo>
                    <a:pt x="76665" y="65337"/>
                  </a:lnTo>
                  <a:lnTo>
                    <a:pt x="89267" y="109697"/>
                  </a:lnTo>
                  <a:lnTo>
                    <a:pt x="102844" y="153754"/>
                  </a:lnTo>
                  <a:lnTo>
                    <a:pt x="117396" y="197509"/>
                  </a:lnTo>
                  <a:lnTo>
                    <a:pt x="135798" y="248364"/>
                  </a:lnTo>
                  <a:lnTo>
                    <a:pt x="154369" y="299156"/>
                  </a:lnTo>
                  <a:lnTo>
                    <a:pt x="173111" y="349885"/>
                  </a:lnTo>
                  <a:lnTo>
                    <a:pt x="192022" y="400550"/>
                  </a:lnTo>
                  <a:lnTo>
                    <a:pt x="211103" y="451151"/>
                  </a:lnTo>
                  <a:lnTo>
                    <a:pt x="230353" y="501689"/>
                  </a:lnTo>
                  <a:lnTo>
                    <a:pt x="249773" y="552163"/>
                  </a:lnTo>
                  <a:lnTo>
                    <a:pt x="268091" y="594514"/>
                  </a:lnTo>
                  <a:lnTo>
                    <a:pt x="285393" y="637280"/>
                  </a:lnTo>
                  <a:lnTo>
                    <a:pt x="301679" y="680461"/>
                  </a:lnTo>
                  <a:lnTo>
                    <a:pt x="316950" y="724056"/>
                  </a:lnTo>
                  <a:lnTo>
                    <a:pt x="320375" y="739855"/>
                  </a:lnTo>
                  <a:lnTo>
                    <a:pt x="324315" y="755493"/>
                  </a:lnTo>
                  <a:lnTo>
                    <a:pt x="328772" y="770973"/>
                  </a:lnTo>
                  <a:lnTo>
                    <a:pt x="333744" y="786294"/>
                  </a:lnTo>
                  <a:lnTo>
                    <a:pt x="336024" y="811348"/>
                  </a:lnTo>
                  <a:lnTo>
                    <a:pt x="337854" y="836411"/>
                  </a:lnTo>
                  <a:lnTo>
                    <a:pt x="339235" y="861483"/>
                  </a:lnTo>
                  <a:lnTo>
                    <a:pt x="340165" y="886565"/>
                  </a:lnTo>
                  <a:lnTo>
                    <a:pt x="339971" y="896559"/>
                  </a:lnTo>
                  <a:lnTo>
                    <a:pt x="339858" y="902384"/>
                  </a:lnTo>
                  <a:lnTo>
                    <a:pt x="339750" y="907931"/>
                  </a:lnTo>
                  <a:lnTo>
                    <a:pt x="339470" y="928027"/>
                  </a:lnTo>
                  <a:lnTo>
                    <a:pt x="339375" y="937935"/>
                  </a:lnTo>
                  <a:lnTo>
                    <a:pt x="339255" y="951893"/>
                  </a:lnTo>
                  <a:lnTo>
                    <a:pt x="339178" y="974487"/>
                  </a:lnTo>
                  <a:lnTo>
                    <a:pt x="340021" y="984245"/>
                  </a:lnTo>
                  <a:lnTo>
                    <a:pt x="348858" y="1037621"/>
                  </a:lnTo>
                  <a:lnTo>
                    <a:pt x="367060" y="1082413"/>
                  </a:lnTo>
                  <a:lnTo>
                    <a:pt x="367134" y="1082569"/>
                  </a:lnTo>
                  <a:lnTo>
                    <a:pt x="406642" y="1134899"/>
                  </a:lnTo>
                  <a:lnTo>
                    <a:pt x="437446" y="1159969"/>
                  </a:lnTo>
                  <a:lnTo>
                    <a:pt x="472585" y="1178614"/>
                  </a:lnTo>
                  <a:lnTo>
                    <a:pt x="512059" y="1190836"/>
                  </a:lnTo>
                  <a:lnTo>
                    <a:pt x="563451" y="1194787"/>
                  </a:lnTo>
                  <a:lnTo>
                    <a:pt x="758388" y="1194787"/>
                  </a:lnTo>
                  <a:lnTo>
                    <a:pt x="754093" y="1197751"/>
                  </a:lnTo>
                  <a:lnTo>
                    <a:pt x="704490" y="1224165"/>
                  </a:lnTo>
                  <a:lnTo>
                    <a:pt x="652340" y="1245170"/>
                  </a:lnTo>
                  <a:lnTo>
                    <a:pt x="613230" y="1253387"/>
                  </a:lnTo>
                  <a:lnTo>
                    <a:pt x="573849" y="1257114"/>
                  </a:lnTo>
                  <a:close/>
                </a:path>
                <a:path w="2444115" h="1257300">
                  <a:moveTo>
                    <a:pt x="1894776" y="1107444"/>
                  </a:moveTo>
                  <a:lnTo>
                    <a:pt x="1636209" y="1107444"/>
                  </a:lnTo>
                  <a:lnTo>
                    <a:pt x="1683700" y="1105877"/>
                  </a:lnTo>
                  <a:lnTo>
                    <a:pt x="1711627" y="1103407"/>
                  </a:lnTo>
                  <a:lnTo>
                    <a:pt x="1711318" y="1103407"/>
                  </a:lnTo>
                  <a:lnTo>
                    <a:pt x="1737787" y="1099209"/>
                  </a:lnTo>
                  <a:lnTo>
                    <a:pt x="1764275" y="1093096"/>
                  </a:lnTo>
                  <a:lnTo>
                    <a:pt x="1835866" y="1066488"/>
                  </a:lnTo>
                  <a:lnTo>
                    <a:pt x="1879879" y="1045490"/>
                  </a:lnTo>
                  <a:lnTo>
                    <a:pt x="1922431" y="1022136"/>
                  </a:lnTo>
                  <a:lnTo>
                    <a:pt x="1963521" y="996426"/>
                  </a:lnTo>
                  <a:lnTo>
                    <a:pt x="2003150" y="968359"/>
                  </a:lnTo>
                  <a:lnTo>
                    <a:pt x="2041317" y="937935"/>
                  </a:lnTo>
                  <a:lnTo>
                    <a:pt x="2080742" y="902384"/>
                  </a:lnTo>
                  <a:lnTo>
                    <a:pt x="2118877" y="865591"/>
                  </a:lnTo>
                  <a:lnTo>
                    <a:pt x="2155724" y="827557"/>
                  </a:lnTo>
                  <a:lnTo>
                    <a:pt x="2191285" y="788282"/>
                  </a:lnTo>
                  <a:lnTo>
                    <a:pt x="2225559" y="747766"/>
                  </a:lnTo>
                  <a:lnTo>
                    <a:pt x="2254448" y="709486"/>
                  </a:lnTo>
                  <a:lnTo>
                    <a:pt x="2280846" y="669698"/>
                  </a:lnTo>
                  <a:lnTo>
                    <a:pt x="2304752" y="628404"/>
                  </a:lnTo>
                  <a:lnTo>
                    <a:pt x="2326168" y="585603"/>
                  </a:lnTo>
                  <a:lnTo>
                    <a:pt x="2345094" y="541296"/>
                  </a:lnTo>
                  <a:lnTo>
                    <a:pt x="2360351" y="491601"/>
                  </a:lnTo>
                  <a:lnTo>
                    <a:pt x="2369345" y="442382"/>
                  </a:lnTo>
                  <a:lnTo>
                    <a:pt x="2372078" y="393640"/>
                  </a:lnTo>
                  <a:lnTo>
                    <a:pt x="2368549" y="345374"/>
                  </a:lnTo>
                  <a:lnTo>
                    <a:pt x="2358759" y="297585"/>
                  </a:lnTo>
                  <a:lnTo>
                    <a:pt x="2342708" y="250272"/>
                  </a:lnTo>
                  <a:lnTo>
                    <a:pt x="2320397" y="203437"/>
                  </a:lnTo>
                  <a:lnTo>
                    <a:pt x="2289670" y="154929"/>
                  </a:lnTo>
                  <a:lnTo>
                    <a:pt x="2255690" y="108599"/>
                  </a:lnTo>
                  <a:lnTo>
                    <a:pt x="2224393" y="70250"/>
                  </a:lnTo>
                  <a:lnTo>
                    <a:pt x="2166532" y="0"/>
                  </a:lnTo>
                  <a:lnTo>
                    <a:pt x="2257396" y="0"/>
                  </a:lnTo>
                  <a:lnTo>
                    <a:pt x="2312494" y="66120"/>
                  </a:lnTo>
                  <a:lnTo>
                    <a:pt x="2345204" y="109697"/>
                  </a:lnTo>
                  <a:lnTo>
                    <a:pt x="2377957" y="158643"/>
                  </a:lnTo>
                  <a:lnTo>
                    <a:pt x="2397310" y="194259"/>
                  </a:lnTo>
                  <a:lnTo>
                    <a:pt x="2414017" y="231253"/>
                  </a:lnTo>
                  <a:lnTo>
                    <a:pt x="2428078" y="269625"/>
                  </a:lnTo>
                  <a:lnTo>
                    <a:pt x="2438313" y="316576"/>
                  </a:lnTo>
                  <a:lnTo>
                    <a:pt x="2443532" y="363450"/>
                  </a:lnTo>
                  <a:lnTo>
                    <a:pt x="2443662" y="393640"/>
                  </a:lnTo>
                  <a:lnTo>
                    <a:pt x="2443734" y="410247"/>
                  </a:lnTo>
                  <a:lnTo>
                    <a:pt x="2438921" y="456969"/>
                  </a:lnTo>
                  <a:lnTo>
                    <a:pt x="2429092" y="503615"/>
                  </a:lnTo>
                  <a:lnTo>
                    <a:pt x="2414247" y="550187"/>
                  </a:lnTo>
                  <a:lnTo>
                    <a:pt x="2393139" y="599081"/>
                  </a:lnTo>
                  <a:lnTo>
                    <a:pt x="2369142" y="646331"/>
                  </a:lnTo>
                  <a:lnTo>
                    <a:pt x="2342260" y="691941"/>
                  </a:lnTo>
                  <a:lnTo>
                    <a:pt x="2312494" y="735911"/>
                  </a:lnTo>
                  <a:lnTo>
                    <a:pt x="2279811" y="777659"/>
                  </a:lnTo>
                  <a:lnTo>
                    <a:pt x="2245877" y="818350"/>
                  </a:lnTo>
                  <a:lnTo>
                    <a:pt x="2210692" y="857984"/>
                  </a:lnTo>
                  <a:lnTo>
                    <a:pt x="2174255" y="896559"/>
                  </a:lnTo>
                  <a:lnTo>
                    <a:pt x="2136567" y="934077"/>
                  </a:lnTo>
                  <a:lnTo>
                    <a:pt x="2097627" y="970536"/>
                  </a:lnTo>
                  <a:lnTo>
                    <a:pt x="2060654" y="1001635"/>
                  </a:lnTo>
                  <a:lnTo>
                    <a:pt x="2022363" y="1030648"/>
                  </a:lnTo>
                  <a:lnTo>
                    <a:pt x="1982860" y="1057502"/>
                  </a:lnTo>
                  <a:lnTo>
                    <a:pt x="1941827" y="1082413"/>
                  </a:lnTo>
                  <a:lnTo>
                    <a:pt x="1899582" y="1105165"/>
                  </a:lnTo>
                  <a:lnTo>
                    <a:pt x="1894776" y="1107444"/>
                  </a:lnTo>
                  <a:close/>
                </a:path>
                <a:path w="2444115" h="1257300">
                  <a:moveTo>
                    <a:pt x="758388" y="1194787"/>
                  </a:moveTo>
                  <a:lnTo>
                    <a:pt x="563451" y="1194787"/>
                  </a:lnTo>
                  <a:lnTo>
                    <a:pt x="589131" y="1193428"/>
                  </a:lnTo>
                  <a:lnTo>
                    <a:pt x="614800" y="1189848"/>
                  </a:lnTo>
                  <a:lnTo>
                    <a:pt x="668325" y="1171481"/>
                  </a:lnTo>
                  <a:lnTo>
                    <a:pt x="718528" y="1145393"/>
                  </a:lnTo>
                  <a:lnTo>
                    <a:pt x="751596" y="1122578"/>
                  </a:lnTo>
                  <a:lnTo>
                    <a:pt x="784519" y="1099209"/>
                  </a:lnTo>
                  <a:lnTo>
                    <a:pt x="816797" y="1075652"/>
                  </a:lnTo>
                  <a:lnTo>
                    <a:pt x="848930" y="1051543"/>
                  </a:lnTo>
                  <a:lnTo>
                    <a:pt x="862223" y="1042948"/>
                  </a:lnTo>
                  <a:lnTo>
                    <a:pt x="903265" y="1018942"/>
                  </a:lnTo>
                  <a:lnTo>
                    <a:pt x="968798" y="992490"/>
                  </a:lnTo>
                  <a:lnTo>
                    <a:pt x="1038606" y="980909"/>
                  </a:lnTo>
                  <a:lnTo>
                    <a:pt x="1095125" y="982516"/>
                  </a:lnTo>
                  <a:lnTo>
                    <a:pt x="1151011" y="988568"/>
                  </a:lnTo>
                  <a:lnTo>
                    <a:pt x="1206263" y="999064"/>
                  </a:lnTo>
                  <a:lnTo>
                    <a:pt x="1260882" y="1014003"/>
                  </a:lnTo>
                  <a:lnTo>
                    <a:pt x="1353829" y="1044391"/>
                  </a:lnTo>
                  <a:lnTo>
                    <a:pt x="1044921" y="1044391"/>
                  </a:lnTo>
                  <a:lnTo>
                    <a:pt x="1005452" y="1048838"/>
                  </a:lnTo>
                  <a:lnTo>
                    <a:pt x="967124" y="1059454"/>
                  </a:lnTo>
                  <a:lnTo>
                    <a:pt x="929938" y="1076240"/>
                  </a:lnTo>
                  <a:lnTo>
                    <a:pt x="895670" y="1096705"/>
                  </a:lnTo>
                  <a:lnTo>
                    <a:pt x="852361" y="1128011"/>
                  </a:lnTo>
                  <a:lnTo>
                    <a:pt x="819916" y="1151689"/>
                  </a:lnTo>
                  <a:lnTo>
                    <a:pt x="787160" y="1174936"/>
                  </a:lnTo>
                  <a:lnTo>
                    <a:pt x="758388" y="1194787"/>
                  </a:lnTo>
                  <a:close/>
                </a:path>
                <a:path w="2444115" h="1257300">
                  <a:moveTo>
                    <a:pt x="1085531" y="1046109"/>
                  </a:moveTo>
                  <a:lnTo>
                    <a:pt x="1044921" y="1044391"/>
                  </a:lnTo>
                  <a:lnTo>
                    <a:pt x="1353829" y="1044391"/>
                  </a:lnTo>
                  <a:lnTo>
                    <a:pt x="1356129" y="1045122"/>
                  </a:lnTo>
                  <a:lnTo>
                    <a:pt x="1090470" y="1045122"/>
                  </a:lnTo>
                  <a:lnTo>
                    <a:pt x="1085531" y="1046109"/>
                  </a:lnTo>
                  <a:close/>
                </a:path>
                <a:path w="2444115" h="1257300">
                  <a:moveTo>
                    <a:pt x="1637922" y="1171481"/>
                  </a:moveTo>
                  <a:lnTo>
                    <a:pt x="1631020" y="1171481"/>
                  </a:lnTo>
                  <a:lnTo>
                    <a:pt x="1601975" y="1170009"/>
                  </a:lnTo>
                  <a:lnTo>
                    <a:pt x="1540479" y="1162352"/>
                  </a:lnTo>
                  <a:lnTo>
                    <a:pt x="1482919" y="1149717"/>
                  </a:lnTo>
                  <a:lnTo>
                    <a:pt x="1429573" y="1134899"/>
                  </a:lnTo>
                  <a:lnTo>
                    <a:pt x="1257918" y="1079204"/>
                  </a:lnTo>
                  <a:lnTo>
                    <a:pt x="1216745" y="1067188"/>
                  </a:lnTo>
                  <a:lnTo>
                    <a:pt x="1175113" y="1057502"/>
                  </a:lnTo>
                  <a:lnTo>
                    <a:pt x="1133021" y="1050147"/>
                  </a:lnTo>
                  <a:lnTo>
                    <a:pt x="1090470" y="1045122"/>
                  </a:lnTo>
                  <a:lnTo>
                    <a:pt x="1356129" y="1045122"/>
                  </a:lnTo>
                  <a:lnTo>
                    <a:pt x="1448764" y="1073945"/>
                  </a:lnTo>
                  <a:lnTo>
                    <a:pt x="1496000" y="1088095"/>
                  </a:lnTo>
                  <a:lnTo>
                    <a:pt x="1542358" y="1098553"/>
                  </a:lnTo>
                  <a:lnTo>
                    <a:pt x="1589095" y="1105003"/>
                  </a:lnTo>
                  <a:lnTo>
                    <a:pt x="1636209" y="1107444"/>
                  </a:lnTo>
                  <a:lnTo>
                    <a:pt x="1894776" y="1107444"/>
                  </a:lnTo>
                  <a:lnTo>
                    <a:pt x="1856019" y="1125829"/>
                  </a:lnTo>
                  <a:lnTo>
                    <a:pt x="1811138" y="1144405"/>
                  </a:lnTo>
                  <a:lnTo>
                    <a:pt x="1767441" y="1157173"/>
                  </a:lnTo>
                  <a:lnTo>
                    <a:pt x="1723155" y="1165957"/>
                  </a:lnTo>
                  <a:lnTo>
                    <a:pt x="1678283" y="1170757"/>
                  </a:lnTo>
                  <a:lnTo>
                    <a:pt x="1637922" y="1171481"/>
                  </a:lnTo>
                  <a:close/>
                </a:path>
              </a:pathLst>
            </a:custGeom>
            <a:solidFill>
              <a:srgbClr val="0F4170">
                <a:alpha val="98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11925343" y="1756494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339913" y="676275"/>
                </a:moveTo>
                <a:lnTo>
                  <a:pt x="339189" y="676275"/>
                </a:lnTo>
                <a:lnTo>
                  <a:pt x="331255" y="614311"/>
                </a:lnTo>
                <a:lnTo>
                  <a:pt x="322366" y="559367"/>
                </a:lnTo>
                <a:lnTo>
                  <a:pt x="311929" y="512998"/>
                </a:lnTo>
                <a:lnTo>
                  <a:pt x="299069" y="474438"/>
                </a:lnTo>
                <a:lnTo>
                  <a:pt x="262509" y="417163"/>
                </a:lnTo>
                <a:lnTo>
                  <a:pt x="205535" y="380393"/>
                </a:lnTo>
                <a:lnTo>
                  <a:pt x="167158" y="367462"/>
                </a:lnTo>
                <a:lnTo>
                  <a:pt x="120997" y="356975"/>
                </a:lnTo>
                <a:lnTo>
                  <a:pt x="66156" y="348039"/>
                </a:lnTo>
                <a:lnTo>
                  <a:pt x="0" y="339551"/>
                </a:lnTo>
                <a:lnTo>
                  <a:pt x="64790" y="331258"/>
                </a:lnTo>
                <a:lnTo>
                  <a:pt x="119947" y="322327"/>
                </a:lnTo>
                <a:lnTo>
                  <a:pt x="166369" y="311857"/>
                </a:lnTo>
                <a:lnTo>
                  <a:pt x="204957" y="298951"/>
                </a:lnTo>
                <a:lnTo>
                  <a:pt x="262226" y="262226"/>
                </a:lnTo>
                <a:lnTo>
                  <a:pt x="298951" y="204957"/>
                </a:lnTo>
                <a:lnTo>
                  <a:pt x="311858" y="166369"/>
                </a:lnTo>
                <a:lnTo>
                  <a:pt x="322327" y="119947"/>
                </a:lnTo>
                <a:lnTo>
                  <a:pt x="331258" y="64790"/>
                </a:lnTo>
                <a:lnTo>
                  <a:pt x="339551" y="0"/>
                </a:lnTo>
                <a:lnTo>
                  <a:pt x="347843" y="64790"/>
                </a:lnTo>
                <a:lnTo>
                  <a:pt x="356774" y="119947"/>
                </a:lnTo>
                <a:lnTo>
                  <a:pt x="367244" y="166369"/>
                </a:lnTo>
                <a:lnTo>
                  <a:pt x="380150" y="204957"/>
                </a:lnTo>
                <a:lnTo>
                  <a:pt x="416875" y="262226"/>
                </a:lnTo>
                <a:lnTo>
                  <a:pt x="474144" y="298951"/>
                </a:lnTo>
                <a:lnTo>
                  <a:pt x="512732" y="311857"/>
                </a:lnTo>
                <a:lnTo>
                  <a:pt x="559154" y="322327"/>
                </a:lnTo>
                <a:lnTo>
                  <a:pt x="614311" y="331258"/>
                </a:lnTo>
                <a:lnTo>
                  <a:pt x="676275" y="339189"/>
                </a:lnTo>
                <a:lnTo>
                  <a:pt x="676275" y="339913"/>
                </a:lnTo>
                <a:lnTo>
                  <a:pt x="614311" y="347843"/>
                </a:lnTo>
                <a:lnTo>
                  <a:pt x="559154" y="356775"/>
                </a:lnTo>
                <a:lnTo>
                  <a:pt x="512732" y="367244"/>
                </a:lnTo>
                <a:lnTo>
                  <a:pt x="474144" y="380151"/>
                </a:lnTo>
                <a:lnTo>
                  <a:pt x="416875" y="416875"/>
                </a:lnTo>
                <a:lnTo>
                  <a:pt x="380150" y="474144"/>
                </a:lnTo>
                <a:lnTo>
                  <a:pt x="367244" y="512732"/>
                </a:lnTo>
                <a:lnTo>
                  <a:pt x="356774" y="559155"/>
                </a:lnTo>
                <a:lnTo>
                  <a:pt x="347843" y="614311"/>
                </a:lnTo>
                <a:lnTo>
                  <a:pt x="339913" y="676275"/>
                </a:lnTo>
                <a:close/>
              </a:path>
            </a:pathLst>
          </a:custGeom>
          <a:solidFill>
            <a:srgbClr val="1367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164753" y="819288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339913" y="676275"/>
                </a:moveTo>
                <a:lnTo>
                  <a:pt x="339189" y="676275"/>
                </a:lnTo>
                <a:lnTo>
                  <a:pt x="331256" y="614311"/>
                </a:lnTo>
                <a:lnTo>
                  <a:pt x="322366" y="559367"/>
                </a:lnTo>
                <a:lnTo>
                  <a:pt x="311929" y="512998"/>
                </a:lnTo>
                <a:lnTo>
                  <a:pt x="299069" y="474437"/>
                </a:lnTo>
                <a:lnTo>
                  <a:pt x="262509" y="417163"/>
                </a:lnTo>
                <a:lnTo>
                  <a:pt x="205535" y="380393"/>
                </a:lnTo>
                <a:lnTo>
                  <a:pt x="167159" y="367462"/>
                </a:lnTo>
                <a:lnTo>
                  <a:pt x="120997" y="356975"/>
                </a:lnTo>
                <a:lnTo>
                  <a:pt x="66156" y="348039"/>
                </a:lnTo>
                <a:lnTo>
                  <a:pt x="0" y="339551"/>
                </a:lnTo>
                <a:lnTo>
                  <a:pt x="64790" y="331258"/>
                </a:lnTo>
                <a:lnTo>
                  <a:pt x="119947" y="322327"/>
                </a:lnTo>
                <a:lnTo>
                  <a:pt x="166370" y="311857"/>
                </a:lnTo>
                <a:lnTo>
                  <a:pt x="204957" y="298950"/>
                </a:lnTo>
                <a:lnTo>
                  <a:pt x="262227" y="262226"/>
                </a:lnTo>
                <a:lnTo>
                  <a:pt x="298951" y="204957"/>
                </a:lnTo>
                <a:lnTo>
                  <a:pt x="311858" y="166369"/>
                </a:lnTo>
                <a:lnTo>
                  <a:pt x="322327" y="119947"/>
                </a:lnTo>
                <a:lnTo>
                  <a:pt x="331258" y="64790"/>
                </a:lnTo>
                <a:lnTo>
                  <a:pt x="339551" y="0"/>
                </a:lnTo>
                <a:lnTo>
                  <a:pt x="347843" y="64790"/>
                </a:lnTo>
                <a:lnTo>
                  <a:pt x="356775" y="119947"/>
                </a:lnTo>
                <a:lnTo>
                  <a:pt x="367244" y="166369"/>
                </a:lnTo>
                <a:lnTo>
                  <a:pt x="380151" y="204957"/>
                </a:lnTo>
                <a:lnTo>
                  <a:pt x="416875" y="262226"/>
                </a:lnTo>
                <a:lnTo>
                  <a:pt x="474144" y="298950"/>
                </a:lnTo>
                <a:lnTo>
                  <a:pt x="512732" y="311857"/>
                </a:lnTo>
                <a:lnTo>
                  <a:pt x="559155" y="322327"/>
                </a:lnTo>
                <a:lnTo>
                  <a:pt x="614312" y="331258"/>
                </a:lnTo>
                <a:lnTo>
                  <a:pt x="676275" y="339189"/>
                </a:lnTo>
                <a:lnTo>
                  <a:pt x="676275" y="339913"/>
                </a:lnTo>
                <a:lnTo>
                  <a:pt x="614312" y="347843"/>
                </a:lnTo>
                <a:lnTo>
                  <a:pt x="559155" y="356774"/>
                </a:lnTo>
                <a:lnTo>
                  <a:pt x="512732" y="367244"/>
                </a:lnTo>
                <a:lnTo>
                  <a:pt x="474144" y="380150"/>
                </a:lnTo>
                <a:lnTo>
                  <a:pt x="416875" y="416875"/>
                </a:lnTo>
                <a:lnTo>
                  <a:pt x="380151" y="474144"/>
                </a:lnTo>
                <a:lnTo>
                  <a:pt x="367244" y="512732"/>
                </a:lnTo>
                <a:lnTo>
                  <a:pt x="356775" y="559154"/>
                </a:lnTo>
                <a:lnTo>
                  <a:pt x="347843" y="614311"/>
                </a:lnTo>
                <a:lnTo>
                  <a:pt x="339913" y="676275"/>
                </a:lnTo>
                <a:close/>
              </a:path>
            </a:pathLst>
          </a:custGeom>
          <a:solidFill>
            <a:srgbClr val="1367A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0430" y="193006"/>
            <a:ext cx="718788" cy="66173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29547"/>
            <a:ext cx="3171824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7825">
              <a:lnSpc>
                <a:spcPct val="100000"/>
              </a:lnSpc>
              <a:spcBef>
                <a:spcPts val="100"/>
              </a:spcBef>
            </a:pPr>
            <a:r>
              <a:rPr dirty="0"/>
              <a:t>Hobbies</a:t>
            </a:r>
            <a:r>
              <a:rPr dirty="0" spc="70"/>
              <a:t> </a:t>
            </a:r>
            <a:r>
              <a:rPr dirty="0"/>
              <a:t>&amp;</a:t>
            </a:r>
            <a:r>
              <a:rPr dirty="0" spc="75"/>
              <a:t> </a:t>
            </a:r>
            <a:r>
              <a:rPr dirty="0" spc="35"/>
              <a:t>Interests</a:t>
            </a:r>
          </a:p>
          <a:p>
            <a:pPr algn="just" marL="12700" marR="1809750">
              <a:lnSpc>
                <a:spcPct val="140600"/>
              </a:lnSpc>
              <a:spcBef>
                <a:spcPts val="1070"/>
              </a:spcBef>
            </a:pPr>
            <a:r>
              <a:rPr dirty="0" b="0">
                <a:latin typeface="Georgia"/>
                <a:cs typeface="Georgia"/>
              </a:rPr>
              <a:t>Lorem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dolor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sit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amet,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spc="75" b="0">
                <a:latin typeface="Georgia"/>
                <a:cs typeface="Georgia"/>
              </a:rPr>
              <a:t>consectetur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adipiscing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elit.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Sed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vitae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lacus </a:t>
            </a:r>
            <a:r>
              <a:rPr dirty="0" b="0">
                <a:latin typeface="Georgia"/>
                <a:cs typeface="Georgia"/>
              </a:rPr>
              <a:t>lobortis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lacinia.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tristique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arcu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massa,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pharetra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60" b="0">
                <a:latin typeface="Georgia"/>
                <a:cs typeface="Georgia"/>
              </a:rPr>
              <a:t>tortor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feugiat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non.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Etiam </a:t>
            </a:r>
            <a:r>
              <a:rPr dirty="0" b="0">
                <a:latin typeface="Georgia"/>
                <a:cs typeface="Georgia"/>
              </a:rPr>
              <a:t>vehicula</a:t>
            </a:r>
            <a:r>
              <a:rPr dirty="0" spc="100" b="0">
                <a:latin typeface="Georgia"/>
                <a:cs typeface="Georgia"/>
              </a:rPr>
              <a:t> </a:t>
            </a:r>
            <a:r>
              <a:rPr dirty="0" spc="45" b="0">
                <a:latin typeface="Georgia"/>
                <a:cs typeface="Georgia"/>
              </a:rPr>
              <a:t>hendrerit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aliquet.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00" b="0">
                <a:latin typeface="Georgia"/>
                <a:cs typeface="Georgia"/>
              </a:rPr>
              <a:t> </a:t>
            </a:r>
            <a:r>
              <a:rPr dirty="0" spc="70" b="0">
                <a:latin typeface="Georgia"/>
                <a:cs typeface="Georgia"/>
              </a:rPr>
              <a:t>sed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nulla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dapibus</a:t>
            </a:r>
          </a:p>
          <a:p>
            <a:pPr marL="377825">
              <a:lnSpc>
                <a:spcPct val="100000"/>
              </a:lnSpc>
              <a:spcBef>
                <a:spcPts val="2075"/>
              </a:spcBef>
            </a:pPr>
            <a:r>
              <a:rPr dirty="0"/>
              <a:t>First</a:t>
            </a:r>
            <a:r>
              <a:rPr dirty="0" spc="185"/>
              <a:t> </a:t>
            </a:r>
            <a:r>
              <a:rPr dirty="0"/>
              <a:t>Day</a:t>
            </a:r>
            <a:r>
              <a:rPr dirty="0" spc="185"/>
              <a:t> </a:t>
            </a:r>
            <a:r>
              <a:rPr dirty="0" spc="-260"/>
              <a:t>@</a:t>
            </a:r>
            <a:r>
              <a:rPr dirty="0" spc="190"/>
              <a:t> </a:t>
            </a:r>
            <a:r>
              <a:rPr dirty="0" spc="-10"/>
              <a:t>Capgemini</a:t>
            </a:r>
          </a:p>
          <a:p>
            <a:pPr algn="just" marL="12700" marR="2477135">
              <a:lnSpc>
                <a:spcPct val="140600"/>
              </a:lnSpc>
              <a:spcBef>
                <a:spcPts val="1065"/>
              </a:spcBef>
            </a:pPr>
            <a:r>
              <a:rPr dirty="0" b="0">
                <a:latin typeface="Georgia"/>
                <a:cs typeface="Georgia"/>
              </a:rPr>
              <a:t>Lorem</a:t>
            </a:r>
            <a:r>
              <a:rPr dirty="0" spc="16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dolor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sit</a:t>
            </a:r>
            <a:r>
              <a:rPr dirty="0" spc="16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amet,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spc="75" b="0">
                <a:latin typeface="Georgia"/>
                <a:cs typeface="Georgia"/>
              </a:rPr>
              <a:t>consectetur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adipiscing</a:t>
            </a:r>
            <a:r>
              <a:rPr dirty="0" spc="16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elit.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Sed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6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vitae </a:t>
            </a:r>
            <a:r>
              <a:rPr dirty="0" b="0">
                <a:latin typeface="Georgia"/>
                <a:cs typeface="Georgia"/>
              </a:rPr>
              <a:t>lacus</a:t>
            </a:r>
            <a:r>
              <a:rPr dirty="0" spc="17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lobortis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lacinia.</a:t>
            </a:r>
            <a:r>
              <a:rPr dirty="0" spc="175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tristique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arcu</a:t>
            </a:r>
            <a:r>
              <a:rPr dirty="0" spc="17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massa,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pharetra</a:t>
            </a:r>
            <a:r>
              <a:rPr dirty="0" spc="175" b="0">
                <a:latin typeface="Georgia"/>
                <a:cs typeface="Georgia"/>
              </a:rPr>
              <a:t> </a:t>
            </a:r>
            <a:r>
              <a:rPr dirty="0" spc="60" b="0">
                <a:latin typeface="Georgia"/>
                <a:cs typeface="Georgia"/>
              </a:rPr>
              <a:t>tortor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feugiat </a:t>
            </a:r>
            <a:r>
              <a:rPr dirty="0" b="0">
                <a:latin typeface="Georgia"/>
                <a:cs typeface="Georgia"/>
              </a:rPr>
              <a:t>non.</a:t>
            </a:r>
            <a:r>
              <a:rPr dirty="0" spc="9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Etiam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vehicula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spc="45" b="0">
                <a:latin typeface="Georgia"/>
                <a:cs typeface="Georgia"/>
              </a:rPr>
              <a:t>hendrerit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aliquet.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spc="70" b="0">
                <a:latin typeface="Georgia"/>
                <a:cs typeface="Georgia"/>
              </a:rPr>
              <a:t>sed</a:t>
            </a:r>
            <a:r>
              <a:rPr dirty="0" spc="9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nulla</a:t>
            </a:r>
            <a:r>
              <a:rPr dirty="0" spc="90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dapibus</a:t>
            </a:r>
          </a:p>
          <a:p>
            <a:pPr marL="377825">
              <a:lnSpc>
                <a:spcPct val="100000"/>
              </a:lnSpc>
              <a:spcBef>
                <a:spcPts val="2180"/>
              </a:spcBef>
            </a:pPr>
            <a:r>
              <a:rPr dirty="0"/>
              <a:t>Tech</a:t>
            </a:r>
            <a:r>
              <a:rPr dirty="0" spc="229"/>
              <a:t> </a:t>
            </a:r>
            <a:r>
              <a:rPr dirty="0" spc="-10"/>
              <a:t>Recommendation</a:t>
            </a:r>
          </a:p>
          <a:p>
            <a:pPr algn="just" marL="12700" marR="1809750">
              <a:lnSpc>
                <a:spcPct val="140600"/>
              </a:lnSpc>
              <a:spcBef>
                <a:spcPts val="1070"/>
              </a:spcBef>
            </a:pPr>
            <a:r>
              <a:rPr dirty="0" b="0">
                <a:latin typeface="Georgia"/>
                <a:cs typeface="Georgia"/>
              </a:rPr>
              <a:t>Lorem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dolor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sit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amet,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spc="75" b="0">
                <a:latin typeface="Georgia"/>
                <a:cs typeface="Georgia"/>
              </a:rPr>
              <a:t>consectetur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adipiscing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elit.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Sed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6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vitae</a:t>
            </a:r>
            <a:r>
              <a:rPr dirty="0" spc="170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lacus </a:t>
            </a:r>
            <a:r>
              <a:rPr dirty="0" b="0">
                <a:latin typeface="Georgia"/>
                <a:cs typeface="Georgia"/>
              </a:rPr>
              <a:t>lobortis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lacinia.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tristique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arcu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massa,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pharetra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60" b="0">
                <a:latin typeface="Georgia"/>
                <a:cs typeface="Georgia"/>
              </a:rPr>
              <a:t>tortor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feugiat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non.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Etiam </a:t>
            </a:r>
            <a:r>
              <a:rPr dirty="0" b="0">
                <a:latin typeface="Georgia"/>
                <a:cs typeface="Georgia"/>
              </a:rPr>
              <a:t>vehicula</a:t>
            </a:r>
            <a:r>
              <a:rPr dirty="0" spc="100" b="0">
                <a:latin typeface="Georgia"/>
                <a:cs typeface="Georgia"/>
              </a:rPr>
              <a:t> </a:t>
            </a:r>
            <a:r>
              <a:rPr dirty="0" spc="45" b="0">
                <a:latin typeface="Georgia"/>
                <a:cs typeface="Georgia"/>
              </a:rPr>
              <a:t>hendrerit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aliquet.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00" b="0">
                <a:latin typeface="Georgia"/>
                <a:cs typeface="Georgia"/>
              </a:rPr>
              <a:t> </a:t>
            </a:r>
            <a:r>
              <a:rPr dirty="0" spc="70" b="0">
                <a:latin typeface="Georgia"/>
                <a:cs typeface="Georgia"/>
              </a:rPr>
              <a:t>sed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nulla</a:t>
            </a:r>
            <a:r>
              <a:rPr dirty="0" spc="10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dapibus</a:t>
            </a:r>
          </a:p>
          <a:p>
            <a:pPr marL="377825">
              <a:lnSpc>
                <a:spcPct val="100000"/>
              </a:lnSpc>
              <a:spcBef>
                <a:spcPts val="1225"/>
              </a:spcBef>
            </a:pPr>
            <a:r>
              <a:rPr dirty="0" spc="60"/>
              <a:t>Shout</a:t>
            </a:r>
            <a:r>
              <a:rPr dirty="0" spc="15"/>
              <a:t> </a:t>
            </a:r>
            <a:r>
              <a:rPr dirty="0"/>
              <a:t>&amp;</a:t>
            </a:r>
            <a:r>
              <a:rPr dirty="0" spc="15"/>
              <a:t> </a:t>
            </a:r>
            <a:r>
              <a:rPr dirty="0" spc="-10"/>
              <a:t>Thanks</a:t>
            </a:r>
          </a:p>
          <a:p>
            <a:pPr marL="12700" marR="5080">
              <a:lnSpc>
                <a:spcPct val="140600"/>
              </a:lnSpc>
              <a:spcBef>
                <a:spcPts val="919"/>
              </a:spcBef>
            </a:pPr>
            <a:r>
              <a:rPr dirty="0" b="0">
                <a:latin typeface="Georgia"/>
                <a:cs typeface="Georgia"/>
              </a:rPr>
              <a:t>Lorem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dolor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sit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amet,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spc="75" b="0">
                <a:latin typeface="Georgia"/>
                <a:cs typeface="Georgia"/>
              </a:rPr>
              <a:t>consectetur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adipiscing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elit.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Sed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8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ipsum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vitae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lacus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lobortis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-10" b="0">
                <a:latin typeface="Georgia"/>
                <a:cs typeface="Georgia"/>
              </a:rPr>
              <a:t>lacinia. </a:t>
            </a:r>
            <a:r>
              <a:rPr dirty="0" spc="65" b="0">
                <a:latin typeface="Georgia"/>
                <a:cs typeface="Georgia"/>
              </a:rPr>
              <a:t>Donec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tristique</a:t>
            </a:r>
            <a:r>
              <a:rPr dirty="0" spc="190" b="0">
                <a:latin typeface="Georgia"/>
                <a:cs typeface="Georgia"/>
              </a:rPr>
              <a:t> </a:t>
            </a:r>
            <a:r>
              <a:rPr dirty="0" spc="50" b="0">
                <a:latin typeface="Georgia"/>
                <a:cs typeface="Georgia"/>
              </a:rPr>
              <a:t>arcu</a:t>
            </a:r>
            <a:r>
              <a:rPr dirty="0" spc="19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massa,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at</a:t>
            </a:r>
            <a:r>
              <a:rPr dirty="0" spc="19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pharetra</a:t>
            </a:r>
            <a:r>
              <a:rPr dirty="0" spc="190" b="0">
                <a:latin typeface="Georgia"/>
                <a:cs typeface="Georgia"/>
              </a:rPr>
              <a:t> </a:t>
            </a:r>
            <a:r>
              <a:rPr dirty="0" spc="60" b="0">
                <a:latin typeface="Georgia"/>
                <a:cs typeface="Georgia"/>
              </a:rPr>
              <a:t>tortor</a:t>
            </a:r>
            <a:r>
              <a:rPr dirty="0" spc="190" b="0">
                <a:latin typeface="Georgia"/>
                <a:cs typeface="Georgia"/>
              </a:rPr>
              <a:t> </a:t>
            </a:r>
            <a:r>
              <a:rPr dirty="0" b="0">
                <a:latin typeface="Georgia"/>
                <a:cs typeface="Georgia"/>
              </a:rPr>
              <a:t>feugiat</a:t>
            </a:r>
            <a:r>
              <a:rPr dirty="0" spc="185" b="0">
                <a:latin typeface="Georgia"/>
                <a:cs typeface="Georgia"/>
              </a:rPr>
              <a:t> </a:t>
            </a:r>
            <a:r>
              <a:rPr dirty="0" spc="-20" b="0">
                <a:latin typeface="Georgia"/>
                <a:cs typeface="Georgia"/>
              </a:rPr>
              <a:t>non.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95"/>
              <a:t>Umesh</a:t>
            </a:r>
            <a:r>
              <a:rPr dirty="0" spc="-405"/>
              <a:t> </a:t>
            </a:r>
            <a:r>
              <a:rPr dirty="0" spc="-555"/>
              <a:t>Mareboina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90856" y="1186368"/>
            <a:ext cx="29972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85" i="1">
                <a:latin typeface="Verdana"/>
                <a:cs typeface="Verdana"/>
              </a:rPr>
              <a:t>4</a:t>
            </a:r>
            <a:r>
              <a:rPr dirty="0" sz="2500" spc="-260" i="1">
                <a:latin typeface="Verdana"/>
                <a:cs typeface="Verdana"/>
              </a:rPr>
              <a:t> </a:t>
            </a:r>
            <a:r>
              <a:rPr dirty="0" sz="2500" spc="-80" i="1">
                <a:latin typeface="Verdana"/>
                <a:cs typeface="Verdana"/>
              </a:rPr>
              <a:t>YOE</a:t>
            </a:r>
            <a:r>
              <a:rPr dirty="0" sz="2500" spc="-254" i="1">
                <a:latin typeface="Verdana"/>
                <a:cs typeface="Verdana"/>
              </a:rPr>
              <a:t> </a:t>
            </a:r>
            <a:r>
              <a:rPr dirty="0" sz="2500" spc="-40" i="1">
                <a:latin typeface="Verdana"/>
                <a:cs typeface="Verdana"/>
              </a:rPr>
              <a:t>in</a:t>
            </a:r>
            <a:r>
              <a:rPr dirty="0" sz="2500" spc="-260" i="1">
                <a:latin typeface="Verdana"/>
                <a:cs typeface="Verdana"/>
              </a:rPr>
              <a:t> </a:t>
            </a:r>
            <a:r>
              <a:rPr dirty="0" sz="2500" spc="-30" i="1">
                <a:latin typeface="Verdana"/>
                <a:cs typeface="Verdana"/>
              </a:rPr>
              <a:t>Capgemini</a:t>
            </a:r>
            <a:endParaRPr sz="25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77916" y="1316511"/>
            <a:ext cx="596265" cy="152400"/>
            <a:chOff x="4977916" y="1316511"/>
            <a:chExt cx="596265" cy="152400"/>
          </a:xfrm>
        </p:grpSpPr>
        <p:sp>
          <p:nvSpPr>
            <p:cNvPr id="6" name="object 6" descr=""/>
            <p:cNvSpPr/>
            <p:nvPr/>
          </p:nvSpPr>
          <p:spPr>
            <a:xfrm>
              <a:off x="4977916" y="1392711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 h="0">
                  <a:moveTo>
                    <a:pt x="0" y="0"/>
                  </a:moveTo>
                  <a:lnTo>
                    <a:pt x="576873" y="0"/>
                  </a:lnTo>
                </a:path>
              </a:pathLst>
            </a:custGeom>
            <a:ln w="38099">
              <a:solidFill>
                <a:srgbClr val="1367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78590" y="1335561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1367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Umesh</dc:creator>
  <cp:keywords>DAHE9RWyUx4,BAHETXZa47A,0</cp:keywords>
  <dc:title>Brown Beige Aesthetic Polaroid Birthday Presentation</dc:title>
  <dcterms:created xsi:type="dcterms:W3CDTF">2026-03-26T08:24:17Z</dcterms:created>
  <dcterms:modified xsi:type="dcterms:W3CDTF">2026-03-26T08:24:17Z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2026-03-26T00:00:00Z</vt:filetime>
  </property>
  <property fmtid="{D5CDD505-2E9C-101B-9397-08002B2CF9AE}" pid="5" name="Producer">
    <vt:lpwstr>Canva</vt:lpwstr>
  </property>
</Properties>
</file>